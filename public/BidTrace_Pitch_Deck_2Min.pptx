
<file path=[Content_Types].xml><?xml version="1.0" encoding="utf-8"?>
<Types xmlns="http://schemas.openxmlformats.org/package/2006/content-types">
  <Default Extension="bin" ContentType="application/vnd.openxmlformats-officedocument.presentationml.printerSettings"/>
  <Default Extension="jpeg" ContentType="image/jpeg"/>
  <Default Extension="png" ContentType="image/png"/>
  <Default Extension="rels" ContentType="application/vnd.openxmlformats-package.relationships+xml"/>
  <Default Extension="xml" ContentType="application/xml"/>
  <Override PartName="/docProps/app.xml" ContentType="application/vnd.openxmlformats-officedocument.extended-properties+xml"/>
  <Override PartName="/docProps/core.xml" ContentType="application/vnd.openxmlformats-package.core-properties+xml"/>
  <Override PartName="/ppt/notesMasters/notesMaster1.xml" ContentType="application/vnd.openxmlformats-officedocument.presentationml.notesMaster+xml"/>
  <Override PartName="/ppt/notesSlides/notesSlide1.xml" ContentType="application/vnd.openxmlformats-officedocument.presentationml.notesSlide+xml"/>
  <Override PartName="/ppt/notesSlides/notesSlide2.xml" ContentType="application/vnd.openxmlformats-officedocument.presentationml.notesSlide+xml"/>
  <Override PartName="/ppt/notesSlides/notesSlide3.xml" ContentType="application/vnd.openxmlformats-officedocument.presentationml.notesSlide+xml"/>
  <Override PartName="/ppt/notesSlides/notesSlide4.xml" ContentType="application/vnd.openxmlformats-officedocument.presentationml.notesSlide+xml"/>
  <Override PartName="/ppt/notesSlides/notesSlide5.xml" ContentType="application/vnd.openxmlformats-officedocument.presentationml.notesSlide+xml"/>
  <Override PartName="/ppt/notesSlides/notesSlide6.xml" ContentType="application/vnd.openxmlformats-officedocument.presentationml.notesSlide+xml"/>
  <Override PartName="/ppt/notesSlides/notesSlide7.xml" ContentType="application/vnd.openxmlformats-officedocument.presentationml.notesSlide+xml"/>
  <Override PartName="/ppt/presProps.xml" ContentType="application/vnd.openxmlformats-officedocument.presentationml.presProps+xml"/>
  <Override PartName="/ppt/presentation.xml" ContentType="application/vnd.openxmlformats-officedocument.presentationml.presentation.main+xml"/>
  <Override PartName="/ppt/slideLayouts/slideLayout1.xml" ContentType="application/vnd.openxmlformats-officedocument.presentationml.slideLayout+xml"/>
  <Override PartName="/ppt/slideLayouts/slideLayout10.xml" ContentType="application/vnd.openxmlformats-officedocument.presentationml.slideLayout+xml"/>
  <Override PartName="/ppt/slideLayouts/slideLayout11.xml" ContentType="application/vnd.openxmlformats-officedocument.presentationml.slideLayout+xml"/>
  <Override PartName="/ppt/slideLayouts/slideLayout2.xml" ContentType="application/vnd.openxmlformats-officedocument.presentationml.slideLayout+xml"/>
  <Override PartName="/ppt/slideLayouts/slideLayout3.xml" ContentType="application/vnd.openxmlformats-officedocument.presentationml.slideLayout+xml"/>
  <Override PartName="/ppt/slideLayouts/slideLayout4.xml" ContentType="application/vnd.openxmlformats-officedocument.presentationml.slideLayout+xml"/>
  <Override PartName="/ppt/slideLayouts/slideLayout5.xml" ContentType="application/vnd.openxmlformats-officedocument.presentationml.slideLayout+xml"/>
  <Override PartName="/ppt/slideLayouts/slideLayout6.xml" ContentType="application/vnd.openxmlformats-officedocument.presentationml.slideLayout+xml"/>
  <Override PartName="/ppt/slideLayouts/slideLayout7.xml" ContentType="application/vnd.openxmlformats-officedocument.presentationml.slideLayout+xml"/>
  <Override PartName="/ppt/slideLayouts/slideLayout8.xml" ContentType="application/vnd.openxmlformats-officedocument.presentationml.slideLayout+xml"/>
  <Override PartName="/ppt/slideLayouts/slideLayout9.xml" ContentType="application/vnd.openxmlformats-officedocument.presentationml.slideLayout+xml"/>
  <Override PartName="/ppt/slideMasters/slideMaster1.xml" ContentType="application/vnd.openxmlformats-officedocument.presentationml.slideMaster+xml"/>
  <Override PartName="/ppt/slides/slide1.xml" ContentType="application/vnd.openxmlformats-officedocument.presentationml.slide+xml"/>
  <Override PartName="/ppt/slides/slide2.xml" ContentType="application/vnd.openxmlformats-officedocument.presentationml.slide+xml"/>
  <Override PartName="/ppt/slides/slide3.xml" ContentType="application/vnd.openxmlformats-officedocument.presentationml.slide+xml"/>
  <Override PartName="/ppt/slides/slide4.xml" ContentType="application/vnd.openxmlformats-officedocument.presentationml.slide+xml"/>
  <Override PartName="/ppt/slides/slide5.xml" ContentType="application/vnd.openxmlformats-officedocument.presentationml.slide+xml"/>
  <Override PartName="/ppt/slides/slide6.xml" ContentType="application/vnd.openxmlformats-officedocument.presentationml.slide+xml"/>
  <Override PartName="/ppt/slides/slide7.xml" ContentType="application/vnd.openxmlformats-officedocument.presentationml.slide+xml"/>
  <Override PartName="/ppt/tableStyles.xml" ContentType="application/vnd.openxmlformats-officedocument.presentationml.tableStyles+xml"/>
  <Override PartName="/ppt/theme/theme1.xml" ContentType="application/vnd.openxmlformats-officedocument.theme+xml"/>
  <Override PartName="/ppt/theme/theme2.xml" ContentType="application/vnd.openxmlformats-officedocument.theme+xml"/>
  <Override PartName="/ppt/viewProps.xml" ContentType="application/vnd.openxmlformats-officedocument.presentationml.viewProps+xml"/>
</Types>
</file>

<file path=_rels/.rels><?xml version='1.0' encoding='UTF-8' standalone='yes'?>
<Relationships xmlns="http://schemas.openxmlformats.org/package/2006/relationships"><Relationship Id="rId1" Type="http://schemas.openxmlformats.org/officeDocument/2006/relationships/officeDocument" Target="ppt/presentation.xml"/><Relationship Id="rId2" Type="http://schemas.openxmlformats.org/package/2006/relationships/metadata/thumbnail" Target="docProps/thumbnail.jpeg"/><Relationship Id="rId3" Type="http://schemas.openxmlformats.org/package/2006/relationships/metadata/core-properties" Target="docProps/core.xml"/><Relationship Id="rId4" Type="http://schemas.openxmlformats.org/officeDocument/2006/relationships/extended-properties" Target="docProps/app.xml"/></Relationships>
</file>

<file path=ppt/presentation.xml><?xml version="1.0" encoding="utf-8"?>
<p:presentation xmlns:a="http://schemas.openxmlformats.org/drawingml/2006/main" xmlns:r="http://schemas.openxmlformats.org/officeDocument/2006/relationships" xmlns:p="http://schemas.openxmlformats.org/presentationml/2006/main" saveSubsetFonts="1" autoCompressPictures="0">
  <p:sldMasterIdLst>
    <p:sldMasterId id="2147483648" r:id="rId1"/>
  </p:sldMasterIdLst>
  <p:sldIdLst>
    <p:sldId id="256" r:id="rId7"/>
    <p:sldId id="257" r:id="rId9"/>
    <p:sldId id="258" r:id="rId10"/>
    <p:sldId id="259" r:id="rId11"/>
    <p:sldId id="260" r:id="rId12"/>
    <p:sldId id="261" r:id="rId13"/>
    <p:sldId id="262" r:id="rId14"/>
  </p:sldIdLst>
  <p:sldSz cx="12191695" cy="6858000" type="screen4x3"/>
  <p:notesSz cx="6858000" cy="9144000"/>
  <p:defaultTextStyle>
    <a:defPPr>
      <a:defRPr lang="en-US"/>
    </a:defPPr>
    <a:lvl1pPr marL="0" algn="l" defTabSz="457200" rtl="0" eaLnBrk="1" latinLnBrk="0" hangingPunct="1">
      <a:defRPr sz="1800" kern="1200">
        <a:solidFill>
          <a:schemeClr val="tx1"/>
        </a:solidFill>
        <a:latin typeface="+mn-lt"/>
        <a:ea typeface="+mn-ea"/>
        <a:cs typeface="+mn-cs"/>
      </a:defRPr>
    </a:lvl1pPr>
    <a:lvl2pPr marL="457200" algn="l" defTabSz="457200" rtl="0" eaLnBrk="1" latinLnBrk="0" hangingPunct="1">
      <a:defRPr sz="1800" kern="1200">
        <a:solidFill>
          <a:schemeClr val="tx1"/>
        </a:solidFill>
        <a:latin typeface="+mn-lt"/>
        <a:ea typeface="+mn-ea"/>
        <a:cs typeface="+mn-cs"/>
      </a:defRPr>
    </a:lvl2pPr>
    <a:lvl3pPr marL="914400" algn="l" defTabSz="457200" rtl="0" eaLnBrk="1" latinLnBrk="0" hangingPunct="1">
      <a:defRPr sz="1800" kern="1200">
        <a:solidFill>
          <a:schemeClr val="tx1"/>
        </a:solidFill>
        <a:latin typeface="+mn-lt"/>
        <a:ea typeface="+mn-ea"/>
        <a:cs typeface="+mn-cs"/>
      </a:defRPr>
    </a:lvl3pPr>
    <a:lvl4pPr marL="1371600" algn="l" defTabSz="457200" rtl="0" eaLnBrk="1" latinLnBrk="0" hangingPunct="1">
      <a:defRPr sz="1800" kern="1200">
        <a:solidFill>
          <a:schemeClr val="tx1"/>
        </a:solidFill>
        <a:latin typeface="+mn-lt"/>
        <a:ea typeface="+mn-ea"/>
        <a:cs typeface="+mn-cs"/>
      </a:defRPr>
    </a:lvl4pPr>
    <a:lvl5pPr marL="1828800" algn="l" defTabSz="457200" rtl="0" eaLnBrk="1" latinLnBrk="0" hangingPunct="1">
      <a:defRPr sz="1800" kern="1200">
        <a:solidFill>
          <a:schemeClr val="tx1"/>
        </a:solidFill>
        <a:latin typeface="+mn-lt"/>
        <a:ea typeface="+mn-ea"/>
        <a:cs typeface="+mn-cs"/>
      </a:defRPr>
    </a:lvl5pPr>
    <a:lvl6pPr marL="2286000" algn="l" defTabSz="457200" rtl="0" eaLnBrk="1" latinLnBrk="0" hangingPunct="1">
      <a:defRPr sz="1800" kern="1200">
        <a:solidFill>
          <a:schemeClr val="tx1"/>
        </a:solidFill>
        <a:latin typeface="+mn-lt"/>
        <a:ea typeface="+mn-ea"/>
        <a:cs typeface="+mn-cs"/>
      </a:defRPr>
    </a:lvl6pPr>
    <a:lvl7pPr marL="2743200" algn="l" defTabSz="457200" rtl="0" eaLnBrk="1" latinLnBrk="0" hangingPunct="1">
      <a:defRPr sz="1800" kern="1200">
        <a:solidFill>
          <a:schemeClr val="tx1"/>
        </a:solidFill>
        <a:latin typeface="+mn-lt"/>
        <a:ea typeface="+mn-ea"/>
        <a:cs typeface="+mn-cs"/>
      </a:defRPr>
    </a:lvl7pPr>
    <a:lvl8pPr marL="3200400" algn="l" defTabSz="457200" rtl="0" eaLnBrk="1" latinLnBrk="0" hangingPunct="1">
      <a:defRPr sz="1800" kern="1200">
        <a:solidFill>
          <a:schemeClr val="tx1"/>
        </a:solidFill>
        <a:latin typeface="+mn-lt"/>
        <a:ea typeface="+mn-ea"/>
        <a:cs typeface="+mn-cs"/>
      </a:defRPr>
    </a:lvl8pPr>
    <a:lvl9pPr marL="3657600" algn="l" defTabSz="457200" rtl="0" eaLnBrk="1" latinLnBrk="0" hangingPunct="1">
      <a:defRPr sz="1800" kern="1200">
        <a:solidFill>
          <a:schemeClr val="tx1"/>
        </a:solidFill>
        <a:latin typeface="+mn-lt"/>
        <a:ea typeface="+mn-ea"/>
        <a:cs typeface="+mn-cs"/>
      </a:defRPr>
    </a:lvl9pPr>
  </p:defaultTextStyle>
</p:presentation>
</file>

<file path=ppt/presProps.xml><?xml version="1.0" encoding="utf-8"?>
<p:presentationPr xmlns:a="http://schemas.openxmlformats.org/drawingml/2006/main" xmlns:r="http://schemas.openxmlformats.org/officeDocument/2006/relationships" xmlns:p="http://schemas.openxmlformats.org/presentationml/2006/main">
  <p:extLst>
    <p:ext uri="{E76CE94A-603C-4142-B9EB-6D1370010A27}">
      <p14:discardImageEditData xmlns:p14="http://schemas.microsoft.com/office/powerpoint/2010/main" val="0"/>
    </p:ext>
    <p:ext uri="{D31A062A-798A-4329-ABDD-BBA856620510}">
      <p14:defaultImageDpi xmlns:p14="http://schemas.microsoft.com/office/powerpoint/2010/main" val="0"/>
    </p:ext>
  </p:extLst>
</p:presentationPr>
</file>

<file path=ppt/tableStyles.xml><?xml version="1.0" encoding="utf-8"?>
<a:tblStyleLst xmlns:a="http://schemas.openxmlformats.org/drawingml/2006/main" def="{5C22544A-7EE6-4342-B048-85BDC9FD1C3A}"/>
</file>

<file path=ppt/viewProps.xml><?xml version="1.0" encoding="utf-8"?>
<p:viewPr xmlns:a="http://schemas.openxmlformats.org/drawingml/2006/main" xmlns:r="http://schemas.openxmlformats.org/officeDocument/2006/relationships" xmlns:p="http://schemas.openxmlformats.org/presentationml/2006/main" lastView="sldThumbnailView">
  <p:normalViewPr>
    <p:restoredLeft sz="15620"/>
    <p:restoredTop sz="94660"/>
  </p:normalViewPr>
  <p:slideViewPr>
    <p:cSldViewPr snapToGrid="0" snapToObjects="1">
      <p:cViewPr varScale="1">
        <p:scale>
          <a:sx n="124" d="100"/>
          <a:sy n="124" d="100"/>
        </p:scale>
        <p:origin x="-1512" y="-112"/>
      </p:cViewPr>
      <p:guideLst>
        <p:guide orient="horz" pos="2160"/>
        <p:guide pos="2880"/>
      </p:guideLst>
    </p:cSldViewPr>
  </p:slideViewPr>
  <p:notesTextViewPr>
    <p:cViewPr>
      <p:scale>
        <a:sx n="100" d="100"/>
        <a:sy n="100" d="100"/>
      </p:scale>
      <p:origin x="0" y="0"/>
    </p:cViewPr>
  </p:notesTextViewPr>
  <p:gridSpacing cx="76200" cy="76200"/>
</p:viewPr>
</file>

<file path=ppt/_rels/presentation.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printerSettings" Target="printerSettings/printerSettings1.bin"/><Relationship Id="rId3" Type="http://schemas.openxmlformats.org/officeDocument/2006/relationships/presProps" Target="presProps.xml"/><Relationship Id="rId4" Type="http://schemas.openxmlformats.org/officeDocument/2006/relationships/viewProps" Target="viewProps.xml"/><Relationship Id="rId5" Type="http://schemas.openxmlformats.org/officeDocument/2006/relationships/theme" Target="theme/theme1.xml"/><Relationship Id="rId6" Type="http://schemas.openxmlformats.org/officeDocument/2006/relationships/tableStyles" Target="tableStyles.xml"/><Relationship Id="rId7" Type="http://schemas.openxmlformats.org/officeDocument/2006/relationships/slide" Target="slides/slide1.xml"/><Relationship Id="rId8" Type="http://schemas.openxmlformats.org/officeDocument/2006/relationships/notesMaster" Target="notesMasters/notesMaster1.xml"/><Relationship Id="rId9" Type="http://schemas.openxmlformats.org/officeDocument/2006/relationships/slide" Target="slides/slide2.xml"/><Relationship Id="rId10" Type="http://schemas.openxmlformats.org/officeDocument/2006/relationships/slide" Target="slides/slide3.xml"/><Relationship Id="rId11" Type="http://schemas.openxmlformats.org/officeDocument/2006/relationships/slide" Target="slides/slide4.xml"/><Relationship Id="rId12" Type="http://schemas.openxmlformats.org/officeDocument/2006/relationships/slide" Target="slides/slide5.xml"/><Relationship Id="rId13" Type="http://schemas.openxmlformats.org/officeDocument/2006/relationships/slide" Target="slides/slide6.xml"/><Relationship Id="rId14" Type="http://schemas.openxmlformats.org/officeDocument/2006/relationships/slide" Target="slides/slide7.xml"/></Relationships>
</file>

<file path=ppt/notesMasters/_rels/notesMaster1.xml.rels><?xml version='1.0' encoding='UTF-8' standalone='yes'?>
<Relationships xmlns="http://schemas.openxmlformats.org/package/2006/relationships"><Relationship Id="rId1" Type="http://schemas.openxmlformats.org/officeDocument/2006/relationships/theme" Target="../theme/theme2.xml"/></Relationships>
</file>

<file path=ppt/notesMasters/notesMaster1.xml><?xml version="1.0" encoding="utf-8"?>
<p:notesMaster xmlns:a="http://schemas.openxmlformats.org/drawingml/2006/main" xmlns:p="http://schemas.openxmlformats.org/presentationml/2006/main" xmlns:r="http://schemas.openxmlformats.org/officeDocument/2006/relationships">
  <p:cSld>
    <p:bg>
      <p:bgRef idx="1001">
        <a:schemeClr val="bg1"/>
      </p:bgRef>
    </p:bg>
    <p:spTree>
      <p:nvGrpSpPr>
        <p:cNvPr id="1" name=""/>
        <p:cNvGrpSpPr/>
        <p:nvPr/>
      </p:nvGrpSpPr>
      <p:grpSpPr>
        <a:xfrm>
          <a:off x="0" y="0"/>
          <a:ext cx="0" cy="0"/>
          <a:chOff x="0" y="0"/>
          <a:chExt cx="0" cy="0"/>
        </a:xfrm>
      </p:grpSpPr>
      <p:sp>
        <p:nvSpPr>
          <p:cNvPr id="2" name="Header Placeholder 1"/>
          <p:cNvSpPr>
            <a:spLocks noGrp="1"/>
          </p:cNvSpPr>
          <p:nvPr>
            <p:ph type="hdr" sz="quarter"/>
          </p:nvPr>
        </p:nvSpPr>
        <p:spPr>
          <a:xfrm>
            <a:off x="0" y="0"/>
            <a:ext cx="2971800" cy="457200"/>
          </a:xfrm>
          <a:prstGeom prst="rect">
            <a:avLst/>
          </a:prstGeom>
        </p:spPr>
        <p:txBody>
          <a:bodyPr vert="horz" lIns="91440" tIns="45720" rIns="91440" bIns="45720" rtlCol="0"/>
          <a:lstStyle>
            <a:lvl1pPr algn="l">
              <a:defRPr sz="1200"/>
            </a:lvl1pPr>
          </a:lstStyle>
          <a:p>
            <a:endParaRPr lang="en-US"/>
          </a:p>
        </p:txBody>
      </p:sp>
      <p:sp>
        <p:nvSpPr>
          <p:cNvPr id="3" name="Date Placeholder 2"/>
          <p:cNvSpPr>
            <a:spLocks noGrp="1"/>
          </p:cNvSpPr>
          <p:nvPr>
            <p:ph type="dt" idx="1"/>
          </p:nvPr>
        </p:nvSpPr>
        <p:spPr>
          <a:xfrm>
            <a:off x="3884613" y="0"/>
            <a:ext cx="2971800" cy="457200"/>
          </a:xfrm>
          <a:prstGeom prst="rect">
            <a:avLst/>
          </a:prstGeom>
        </p:spPr>
        <p:txBody>
          <a:bodyPr vert="horz" lIns="91440" tIns="45720" rIns="91440" bIns="45720" rtlCol="0"/>
          <a:lstStyle>
            <a:lvl1pPr algn="r">
              <a:defRPr sz="1200"/>
            </a:lvl1pPr>
          </a:lstStyle>
          <a:p>
            <a:fld id="{0F89C1C7-3DCD-1040-A9CF-14679D8B5DDD}" type="datetimeFigureOut">
              <a:rPr lang="en-US" smtClean="0"/>
              <a:t>10/17/16</a:t>
            </a:fld>
            <a:endParaRPr lang="en-US"/>
          </a:p>
        </p:txBody>
      </p:sp>
      <p:sp>
        <p:nvSpPr>
          <p:cNvPr id="4" name="Slide Image Placeholder 3"/>
          <p:cNvSpPr>
            <a:spLocks noGrp="1" noRot="1" noChangeAspect="1"/>
          </p:cNvSpPr>
          <p:nvPr>
            <p:ph type="sldImg" idx="2"/>
          </p:nvPr>
        </p:nvSpPr>
        <p:spPr>
          <a:xfrm>
            <a:off x="1143000" y="685800"/>
            <a:ext cx="4572000" cy="3429000"/>
          </a:xfrm>
          <a:prstGeom prst="rect">
            <a:avLst/>
          </a:prstGeom>
          <a:noFill/>
          <a:ln w="12700">
            <a:solidFill>
              <a:prstClr val="black"/>
            </a:solidFill>
          </a:ln>
        </p:spPr>
        <p:txBody>
          <a:bodyPr vert="horz" lIns="91440" tIns="45720" rIns="91440" bIns="45720" rtlCol="0" anchor="ctr"/>
          <a:lstStyle/>
          <a:p>
            <a:endParaRPr lang="en-US"/>
          </a:p>
        </p:txBody>
      </p:sp>
      <p:sp>
        <p:nvSpPr>
          <p:cNvPr id="5" name="Notes Placeholder 4"/>
          <p:cNvSpPr>
            <a:spLocks noGrp="1"/>
          </p:cNvSpPr>
          <p:nvPr>
            <p:ph type="body" sz="quarter" idx="3"/>
          </p:nvPr>
        </p:nvSpPr>
        <p:spPr>
          <a:xfrm>
            <a:off x="685800" y="4343400"/>
            <a:ext cx="5486400" cy="4114800"/>
          </a:xfrm>
          <a:prstGeom prst="rect">
            <a:avLst/>
          </a:prstGeom>
        </p:spPr>
        <p:txBody>
          <a:bodyPr vert="horz" lIns="91440" tIns="45720" rIns="91440" bIns="45720" rtlCol="0"/>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6" name="Footer Placeholder 5"/>
          <p:cNvSpPr>
            <a:spLocks noGrp="1"/>
          </p:cNvSpPr>
          <p:nvPr>
            <p:ph type="ftr" sz="quarter" idx="4"/>
          </p:nvPr>
        </p:nvSpPr>
        <p:spPr>
          <a:xfrm>
            <a:off x="0" y="8685213"/>
            <a:ext cx="2971800" cy="457200"/>
          </a:xfrm>
          <a:prstGeom prst="rect">
            <a:avLst/>
          </a:prstGeom>
        </p:spPr>
        <p:txBody>
          <a:bodyPr vert="horz" lIns="91440" tIns="45720" rIns="91440" bIns="45720" rtlCol="0" anchor="b"/>
          <a:lstStyle>
            <a:lvl1pPr algn="l">
              <a:defRPr sz="1200"/>
            </a:lvl1pPr>
          </a:lstStyle>
          <a:p>
            <a:endParaRPr lang="en-US"/>
          </a:p>
        </p:txBody>
      </p:sp>
      <p:sp>
        <p:nvSpPr>
          <p:cNvPr id="7" name="Slide Number Placeholder 6"/>
          <p:cNvSpPr>
            <a:spLocks noGrp="1"/>
          </p:cNvSpPr>
          <p:nvPr>
            <p:ph type="sldNum" sz="quarter" idx="5"/>
          </p:nvPr>
        </p:nvSpPr>
        <p:spPr>
          <a:xfrm>
            <a:off x="3884613" y="8685213"/>
            <a:ext cx="2971800" cy="457200"/>
          </a:xfrm>
          <a:prstGeom prst="rect">
            <a:avLst/>
          </a:prstGeom>
        </p:spPr>
        <p:txBody>
          <a:bodyPr vert="horz" lIns="91440" tIns="45720" rIns="91440" bIns="45720" rtlCol="0" anchor="b"/>
          <a:lstStyle>
            <a:lvl1pPr algn="r">
              <a:defRPr sz="1200"/>
            </a:lvl1pPr>
          </a:lstStyle>
          <a:p>
            <a:fld id="{BB5E49A5-4136-284D-997B-48E1D791AD67}" type="slidenum">
              <a:rPr lang="en-US" smtClean="0"/>
              <a:t>‹#›</a:t>
            </a:fld>
            <a:endParaRPr lang="en-US"/>
          </a:p>
        </p:txBody>
      </p:sp>
    </p:spTree>
    <p:extLst>
      <p:ext uri="{BB962C8B-B14F-4D97-AF65-F5344CB8AC3E}">
        <p14:creationId xmlns:p14="http://schemas.microsoft.com/office/powerpoint/2010/main" val="2623252185"/>
      </p:ext>
    </p:extLst>
  </p:cSld>
  <p:clrMap bg1="lt1" tx1="dk1" bg2="lt2" tx2="dk2" accent1="accent1" accent2="accent2" accent3="accent3" accent4="accent4" accent5="accent5" accent6="accent6" hlink="hlink" folHlink="folHlink"/>
  <p:notesStyle>
    <a:lvl1pPr marL="0" algn="l" defTabSz="457200" rtl="0" eaLnBrk="1" latinLnBrk="0" hangingPunct="1">
      <a:defRPr sz="1200" kern="1200">
        <a:solidFill>
          <a:schemeClr val="tx1"/>
        </a:solidFill>
        <a:latin typeface="+mn-lt"/>
        <a:ea typeface="+mn-ea"/>
        <a:cs typeface="+mn-cs"/>
      </a:defRPr>
    </a:lvl1pPr>
    <a:lvl2pPr marL="457200" algn="l" defTabSz="457200" rtl="0" eaLnBrk="1" latinLnBrk="0" hangingPunct="1">
      <a:defRPr sz="1200" kern="1200">
        <a:solidFill>
          <a:schemeClr val="tx1"/>
        </a:solidFill>
        <a:latin typeface="+mn-lt"/>
        <a:ea typeface="+mn-ea"/>
        <a:cs typeface="+mn-cs"/>
      </a:defRPr>
    </a:lvl2pPr>
    <a:lvl3pPr marL="914400" algn="l" defTabSz="457200" rtl="0" eaLnBrk="1" latinLnBrk="0" hangingPunct="1">
      <a:defRPr sz="1200" kern="1200">
        <a:solidFill>
          <a:schemeClr val="tx1"/>
        </a:solidFill>
        <a:latin typeface="+mn-lt"/>
        <a:ea typeface="+mn-ea"/>
        <a:cs typeface="+mn-cs"/>
      </a:defRPr>
    </a:lvl3pPr>
    <a:lvl4pPr marL="1371600" algn="l" defTabSz="457200" rtl="0" eaLnBrk="1" latinLnBrk="0" hangingPunct="1">
      <a:defRPr sz="1200" kern="1200">
        <a:solidFill>
          <a:schemeClr val="tx1"/>
        </a:solidFill>
        <a:latin typeface="+mn-lt"/>
        <a:ea typeface="+mn-ea"/>
        <a:cs typeface="+mn-cs"/>
      </a:defRPr>
    </a:lvl4pPr>
    <a:lvl5pPr marL="1828800" algn="l" defTabSz="457200" rtl="0" eaLnBrk="1" latinLnBrk="0" hangingPunct="1">
      <a:defRPr sz="1200" kern="1200">
        <a:solidFill>
          <a:schemeClr val="tx1"/>
        </a:solidFill>
        <a:latin typeface="+mn-lt"/>
        <a:ea typeface="+mn-ea"/>
        <a:cs typeface="+mn-cs"/>
      </a:defRPr>
    </a:lvl5pPr>
    <a:lvl6pPr marL="2286000" algn="l" defTabSz="457200" rtl="0" eaLnBrk="1" latinLnBrk="0" hangingPunct="1">
      <a:defRPr sz="1200" kern="1200">
        <a:solidFill>
          <a:schemeClr val="tx1"/>
        </a:solidFill>
        <a:latin typeface="+mn-lt"/>
        <a:ea typeface="+mn-ea"/>
        <a:cs typeface="+mn-cs"/>
      </a:defRPr>
    </a:lvl6pPr>
    <a:lvl7pPr marL="2743200" algn="l" defTabSz="457200" rtl="0" eaLnBrk="1" latinLnBrk="0" hangingPunct="1">
      <a:defRPr sz="1200" kern="1200">
        <a:solidFill>
          <a:schemeClr val="tx1"/>
        </a:solidFill>
        <a:latin typeface="+mn-lt"/>
        <a:ea typeface="+mn-ea"/>
        <a:cs typeface="+mn-cs"/>
      </a:defRPr>
    </a:lvl7pPr>
    <a:lvl8pPr marL="3200400" algn="l" defTabSz="457200" rtl="0" eaLnBrk="1" latinLnBrk="0" hangingPunct="1">
      <a:defRPr sz="1200" kern="1200">
        <a:solidFill>
          <a:schemeClr val="tx1"/>
        </a:solidFill>
        <a:latin typeface="+mn-lt"/>
        <a:ea typeface="+mn-ea"/>
        <a:cs typeface="+mn-cs"/>
      </a:defRPr>
    </a:lvl8pPr>
    <a:lvl9pPr marL="3657600" algn="l" defTabSz="457200" rtl="0" eaLnBrk="1" latinLnBrk="0" hangingPunct="1">
      <a:defRPr sz="1200" kern="1200">
        <a:solidFill>
          <a:schemeClr val="tx1"/>
        </a:solidFill>
        <a:latin typeface="+mn-lt"/>
        <a:ea typeface="+mn-ea"/>
        <a:cs typeface="+mn-cs"/>
      </a:defRPr>
    </a:lvl9pPr>
  </p:notesStyle>
</p:notesMaster>
</file>

<file path=ppt/notesSlides/_rels/notesSlide1.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xml"/></Relationships>
</file>

<file path=ppt/notesSlides/_rels/notesSlide2.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xml"/></Relationships>
</file>

<file path=ppt/notesSlides/_rels/notesSlide3.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xml"/></Relationships>
</file>

<file path=ppt/notesSlides/_rels/notesSlide4.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4.xml"/></Relationships>
</file>

<file path=ppt/notesSlides/_rels/notesSlide5.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5.xml"/></Relationships>
</file>

<file path=ppt/notesSlides/_rels/notesSlide6.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6.xml"/></Relationships>
</file>

<file path=ppt/notesSlides/_rels/notesSlide7.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7.xml"/></Relationships>
</file>

<file path=ppt/notesSlides/notesSlide1.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[SLIDE 1 | 0:00 - 0:15 | 28 Words on Slide]</a:t>
            </a:r>
          </a:p>
          <a:p>
            <a:r>
              <a:t>"Judges, every year $13 trillion is spent on public infrastructure, yet the entire industry runs on centralized database trust. BidTrace brings tamper-proof sealed bidding to public contracts on Solana, turning administrative trust into mathematical certainty."</a:t>
            </a:r>
          </a:p>
        </p:txBody>
      </p:sp>
      <p:sp>
        <p:nvSpPr>
          <p:cNvPr id="4" name="Slide Number Placeholder 3"/>
          <p:cNvSpPr>
            <a:spLocks noGrp="1"/>
          </p:cNvSpPr>
          <p:nvPr>
            <p:ph type="sldNum" idx="5" sz="quarter"/>
          </p:nvPr>
        </p:nvSpPr>
        <p:spPr/>
      </p:sp>
    </p:spTree>
  </p:cSld>
  <p:clrMapOvr>
    <a:masterClrMapping/>
  </p:clrMapOvr>
</p:notes>
</file>

<file path=ppt/notesSlides/notesSlide2.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[SLIDE 2 | 0:15 - 0:35 | 38 Words on Slide]</a:t>
            </a:r>
          </a:p>
          <a:p>
            <a:r>
              <a:t>"The fatal flaw in procurement isn't bad people—it's a window of time. Between the submission deadline and bid opening, database admins have unmonitored root access to peek at competitor pricing, alter scores, and backdate bids in MySQL. Traditional audits fail because centralized databases produce zero mathematical proof."</a:t>
            </a:r>
          </a:p>
        </p:txBody>
      </p:sp>
      <p:sp>
        <p:nvSpPr>
          <p:cNvPr id="4" name="Slide Number Placeholder 3"/>
          <p:cNvSpPr>
            <a:spLocks noGrp="1"/>
          </p:cNvSpPr>
          <p:nvPr>
            <p:ph type="sldNum" idx="5" sz="quarter"/>
          </p:nvPr>
        </p:nvSpPr>
        <p:spPr/>
      </p:sp>
    </p:spTree>
  </p:cSld>
  <p:clrMapOvr>
    <a:masterClrMapping/>
  </p:clrMapOvr>
</p:notes>
</file>

<file path=ppt/notesSlides/notesSlide3.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[SLIDE 3 | 0:35 - 0:55 | 37 Words on Slide]</a:t>
            </a:r>
          </a:p>
          <a:p>
            <a:r>
              <a:t>"BidTrace is Chainlink meets sealed envelopes for sovereign infrastructure. We don't just store hashes; Solana's 400-millisecond Proof of History turns time into an unalterable physical law: if a slot expires, code rejects entry forever. Dual envelopes guarantee commercial secrecy, while our on-chain trimmed mean prunes collusive scores."</a:t>
            </a:r>
          </a:p>
        </p:txBody>
      </p:sp>
      <p:sp>
        <p:nvSpPr>
          <p:cNvPr id="4" name="Slide Number Placeholder 3"/>
          <p:cNvSpPr>
            <a:spLocks noGrp="1"/>
          </p:cNvSpPr>
          <p:nvPr>
            <p:ph type="sldNum" idx="5" sz="quarter"/>
          </p:nvPr>
        </p:nvSpPr>
        <p:spPr/>
      </p:sp>
    </p:spTree>
  </p:cSld>
  <p:clrMapOvr>
    <a:masterClrMapping/>
  </p:clrMapOvr>
</p:notes>
</file>

<file path=ppt/notesSlides/notesSlide4.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[SLIDE 4 | 0:55 - 1:15 | 36 Words on Slide]</a:t>
            </a:r>
          </a:p>
          <a:p>
            <a:r>
              <a:t>"The macro tailwind is massive: the World Bank and UN now mandate OCDS 1.1 open data standards to stop systemic fraud. Our bottoms-up beachhead is the $500 billion in development bank tenders. The dream state is clear: incorruptible sovereign capital where kickbacks are cryptographically eliminated."</a:t>
            </a:r>
          </a:p>
        </p:txBody>
      </p:sp>
      <p:sp>
        <p:nvSpPr>
          <p:cNvPr id="4" name="Slide Number Placeholder 3"/>
          <p:cNvSpPr>
            <a:spLocks noGrp="1"/>
          </p:cNvSpPr>
          <p:nvPr>
            <p:ph type="sldNum" idx="5" sz="quarter"/>
          </p:nvPr>
        </p:nvSpPr>
        <p:spPr/>
      </p:sp>
    </p:spTree>
  </p:cSld>
  <p:clrMapOvr>
    <a:masterClrMapping/>
  </p:clrMapOvr>
</p:notes>
</file>

<file path=ppt/notesSlides/notesSlide5.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[SLIDE 5 | 1:15 - 1:35 | 38 Words on Slide]</a:t>
            </a:r>
          </a:p>
          <a:p>
            <a:r>
              <a:t>"This is already working live today. We have 10 Anchor Rust instructions deployed on Solana Devnet and 78 passing unit tests. Crucially, unlike naive auction schemes where one rogue bidder can freeze opening, our independent leaf architecture and on-chain bond slashing ensure compliant contractors unseal cleanly with zero deadlock."</a:t>
            </a:r>
          </a:p>
        </p:txBody>
      </p:sp>
      <p:sp>
        <p:nvSpPr>
          <p:cNvPr id="4" name="Slide Number Placeholder 3"/>
          <p:cNvSpPr>
            <a:spLocks noGrp="1"/>
          </p:cNvSpPr>
          <p:nvPr>
            <p:ph type="sldNum" idx="5" sz="quarter"/>
          </p:nvPr>
        </p:nvSpPr>
        <p:spPr/>
      </p:sp>
    </p:spTree>
  </p:cSld>
  <p:clrMapOvr>
    <a:masterClrMapping/>
  </p:clrMapOvr>
</p:notes>
</file>

<file path=ppt/notesSlides/notesSlide6.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[SLIDE 6 | 1:35 - 1:50 | 39 Words on Slide]</a:t>
            </a:r>
          </a:p>
          <a:p>
            <a:r>
              <a:t>"Why will this keep working? We monetize through a 0.05% take-rate on awarded contracts plus surety underwriting fees. Our moat is distribution: contractors pay zero crypto gas, and each onboarded government locks hundreds of contractors into our verification rail, creating an irreversible compliance standard."</a:t>
            </a:r>
          </a:p>
        </p:txBody>
      </p:sp>
      <p:sp>
        <p:nvSpPr>
          <p:cNvPr id="4" name="Slide Number Placeholder 3"/>
          <p:cNvSpPr>
            <a:spLocks noGrp="1"/>
          </p:cNvSpPr>
          <p:nvPr>
            <p:ph type="sldNum" idx="5" sz="quarter"/>
          </p:nvPr>
        </p:nvSpPr>
        <p:spPr/>
      </p:sp>
    </p:spTree>
  </p:cSld>
  <p:clrMapOvr>
    <a:masterClrMapping/>
  </p:clrMapOvr>
</p:notes>
</file>

<file path=ppt/notesSlides/notesSlide7.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[SLIDE 7 | 1:50 - 2:00 | 39 Words on Slide]</a:t>
            </a:r>
          </a:p>
          <a:p>
            <a:r>
              <a:t>"We are uniquely built for this problem—combining deep expertise in Solana Anchor engineering, World Bank OCDS standards, and institutional compliance. We give contractors independent cryptographic receipts that hold up in legal tribunals. We built BidTrace to make public infrastructure incorruptible. Thank you."</a:t>
            </a:r>
          </a:p>
        </p:txBody>
      </p:sp>
      <p:sp>
        <p:nvSpPr>
          <p:cNvPr id="4" name="Slide Number Placeholder 3"/>
          <p:cNvSpPr>
            <a:spLocks noGrp="1"/>
          </p:cNvSpPr>
          <p:nvPr>
            <p:ph type="sldNum" idx="5" sz="quarter"/>
          </p:nvPr>
        </p:nvSpPr>
        <p:spPr/>
      </p:sp>
    </p:spTree>
  </p:cSld>
  <p:clrMapOvr>
    <a:masterClrMapping/>
  </p:clrMapOvr>
</p:note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2.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3.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4.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5.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6.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7.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8.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9.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0.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p="http://schemas.openxmlformats.org/presentationml/2006/main" type="title" preserve="1">
  <p:cSld name="Title Slide">
    <p:spTree>
      <p:nvGrpSpPr>
        <p:cNvPr id="1" name=""/>
        <p:cNvGrpSpPr/>
        <p:nvPr/>
      </p:nvGrpSpPr>
      <p:grpSpPr>
        <a:xfrm>
          <a:off x="0" y="0"/>
          <a:ext cx="0" cy="0"/>
          <a:chOff x="0" y="0"/>
          <a:chExt cx="0" cy="0"/>
        </a:xfrm>
      </p:grpSpPr>
      <p:sp>
        <p:nvSpPr>
          <p:cNvPr id="2" name="Title 1"/>
          <p:cNvSpPr>
            <a:spLocks noGrp="1"/>
          </p:cNvSpPr>
          <p:nvPr>
            <p:ph type="ctrTitle"/>
          </p:nvPr>
        </p:nvSpPr>
        <p:spPr>
          <a:xfrm>
            <a:off x="685800" y="2130425"/>
            <a:ext cx="7772400" cy="1470025"/>
          </a:xfrm>
        </p:spPr>
        <p:txBody>
          <a:bodyPr/>
          <a:lstStyle/>
          <a:p>
            <a:r>
              <a:rPr lang="en-US" smtClean="0"/>
              <a:t>Click to edit Master title style</a:t>
            </a:r>
            <a:endParaRPr lang="en-US"/>
          </a:p>
        </p:txBody>
      </p:sp>
      <p:sp>
        <p:nvSpPr>
          <p:cNvPr id="3" name="Subtitle 2"/>
          <p:cNvSpPr>
            <a:spLocks noGrp="1"/>
          </p:cNvSpPr>
          <p:nvPr>
            <p:ph type="subTitle" idx="1"/>
          </p:nvPr>
        </p:nvSpPr>
        <p:spPr>
          <a:xfrm>
            <a:off x="1371600" y="3886200"/>
            <a:ext cx="6400800" cy="1752600"/>
          </a:xfrm>
        </p:spPr>
        <p:txBody>
          <a:bodyPr/>
          <a:lstStyle>
            <a:lvl1pPr marL="0" indent="0" algn="ctr">
              <a:buNone/>
              <a:defRPr>
                <a:solidFill>
                  <a:schemeClr val="tx1">
                    <a:tint val="75000"/>
                  </a:schemeClr>
                </a:solidFill>
              </a:defRPr>
            </a:lvl1pPr>
            <a:lvl2pPr marL="457200" indent="0" algn="ctr">
              <a:buNone/>
              <a:defRPr>
                <a:solidFill>
                  <a:schemeClr val="tx1">
                    <a:tint val="75000"/>
                  </a:schemeClr>
                </a:solidFill>
              </a:defRPr>
            </a:lvl2pPr>
            <a:lvl3pPr marL="914400" indent="0" algn="ctr">
              <a:buNone/>
              <a:defRPr>
                <a:solidFill>
                  <a:schemeClr val="tx1">
                    <a:tint val="75000"/>
                  </a:schemeClr>
                </a:solidFill>
              </a:defRPr>
            </a:lvl3pPr>
            <a:lvl4pPr marL="1371600" indent="0" algn="ctr">
              <a:buNone/>
              <a:defRPr>
                <a:solidFill>
                  <a:schemeClr val="tx1">
                    <a:tint val="75000"/>
                  </a:schemeClr>
                </a:solidFill>
              </a:defRPr>
            </a:lvl4pPr>
            <a:lvl5pPr marL="1828800" indent="0" algn="ctr">
              <a:buNone/>
              <a:defRPr>
                <a:solidFill>
                  <a:schemeClr val="tx1">
                    <a:tint val="75000"/>
                  </a:schemeClr>
                </a:solidFill>
              </a:defRPr>
            </a:lvl5pPr>
            <a:lvl6pPr marL="2286000" indent="0" algn="ctr">
              <a:buNone/>
              <a:defRPr>
                <a:solidFill>
                  <a:schemeClr val="tx1">
                    <a:tint val="75000"/>
                  </a:schemeClr>
                </a:solidFill>
              </a:defRPr>
            </a:lvl6pPr>
            <a:lvl7pPr marL="2743200" indent="0" algn="ctr">
              <a:buNone/>
              <a:defRPr>
                <a:solidFill>
                  <a:schemeClr val="tx1">
                    <a:tint val="75000"/>
                  </a:schemeClr>
                </a:solidFill>
              </a:defRPr>
            </a:lvl7pPr>
            <a:lvl8pPr marL="3200400" indent="0" algn="ctr">
              <a:buNone/>
              <a:defRPr>
                <a:solidFill>
                  <a:schemeClr val="tx1">
                    <a:tint val="75000"/>
                  </a:schemeClr>
                </a:solidFill>
              </a:defRPr>
            </a:lvl8pPr>
            <a:lvl9pPr marL="3657600" indent="0" algn="ctr">
              <a:buNone/>
              <a:defRPr>
                <a:solidFill>
                  <a:schemeClr val="tx1">
                    <a:tint val="75000"/>
                  </a:schemeClr>
                </a:solidFill>
              </a:defRPr>
            </a:lvl9pPr>
          </a:lstStyle>
          <a:p>
            <a:r>
              <a:rPr lang="en-US" smtClean="0"/>
              <a:t>Click to edit Master subtitle style</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3168075583"/>
      </p:ext>
    </p:extLst>
  </p:cSld>
  <p:clrMapOvr>
    <a:masterClrMapping/>
  </p:clrMapOvr>
</p:sldLayout>
</file>

<file path=ppt/slideLayouts/slideLayout2.xml><?xml version="1.0" encoding="utf-8"?>
<p:sldLayout xmlns:a="http://schemas.openxmlformats.org/drawingml/2006/main" xmlns:r="http://schemas.openxmlformats.org/officeDocument/2006/relationships" xmlns:p="http://schemas.openxmlformats.org/presentationml/2006/main" type="obj" preserve="1">
  <p:cSld name="Title and Conten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Content Placeholder 2"/>
          <p:cNvSpPr>
            <a:spLocks noGrp="1"/>
          </p:cNvSpPr>
          <p:nvPr>
            <p:ph idx="1"/>
          </p:nvPr>
        </p:nvSpPr>
        <p:spPr/>
        <p:txBody>
          <a:body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2614314258"/>
      </p:ext>
    </p:extLst>
  </p:cSld>
  <p:clrMapOvr>
    <a:masterClrMapping/>
  </p:clrMapOvr>
</p:sldLayout>
</file>

<file path=ppt/slideLayouts/slideLayout3.xml><?xml version="1.0" encoding="utf-8"?>
<p:sldLayout xmlns:a="http://schemas.openxmlformats.org/drawingml/2006/main" xmlns:r="http://schemas.openxmlformats.org/officeDocument/2006/relationships" xmlns:p="http://schemas.openxmlformats.org/presentationml/2006/main" type="secHead" preserve="1">
  <p:cSld name="Section Header">
    <p:spTree>
      <p:nvGrpSpPr>
        <p:cNvPr id="1" name=""/>
        <p:cNvGrpSpPr/>
        <p:nvPr/>
      </p:nvGrpSpPr>
      <p:grpSpPr>
        <a:xfrm>
          <a:off x="0" y="0"/>
          <a:ext cx="0" cy="0"/>
          <a:chOff x="0" y="0"/>
          <a:chExt cx="0" cy="0"/>
        </a:xfrm>
      </p:grpSpPr>
      <p:sp>
        <p:nvSpPr>
          <p:cNvPr id="2" name="Title 1"/>
          <p:cNvSpPr>
            <a:spLocks noGrp="1"/>
          </p:cNvSpPr>
          <p:nvPr>
            <p:ph type="title"/>
          </p:nvPr>
        </p:nvSpPr>
        <p:spPr>
          <a:xfrm>
            <a:off x="722313" y="4406900"/>
            <a:ext cx="7772400" cy="1362075"/>
          </a:xfrm>
        </p:spPr>
        <p:txBody>
          <a:bodyPr anchor="t"/>
          <a:lstStyle>
            <a:lvl1pPr algn="l">
              <a:defRPr sz="4000" b="1" cap="all"/>
            </a:lvl1pPr>
          </a:lstStyle>
          <a:p>
            <a:r>
              <a:rPr lang="en-US" smtClean="0"/>
              <a:t>Click to edit Master title style</a:t>
            </a:r>
            <a:endParaRPr lang="en-US"/>
          </a:p>
        </p:txBody>
      </p:sp>
      <p:sp>
        <p:nvSpPr>
          <p:cNvPr id="3" name="Text Placeholder 2"/>
          <p:cNvSpPr>
            <a:spLocks noGrp="1"/>
          </p:cNvSpPr>
          <p:nvPr>
            <p:ph type="body" idx="1"/>
          </p:nvPr>
        </p:nvSpPr>
        <p:spPr>
          <a:xfrm>
            <a:off x="722313" y="2906713"/>
            <a:ext cx="7772400" cy="1500187"/>
          </a:xfrm>
        </p:spPr>
        <p:txBody>
          <a:bodyPr anchor="b"/>
          <a:lstStyle>
            <a:lvl1pPr marL="0" indent="0">
              <a:buNone/>
              <a:defRPr sz="2000">
                <a:solidFill>
                  <a:schemeClr val="tx1">
                    <a:tint val="75000"/>
                  </a:schemeClr>
                </a:solidFill>
              </a:defRPr>
            </a:lvl1pPr>
            <a:lvl2pPr marL="457200" indent="0">
              <a:buNone/>
              <a:defRPr sz="1800">
                <a:solidFill>
                  <a:schemeClr val="tx1">
                    <a:tint val="75000"/>
                  </a:schemeClr>
                </a:solidFill>
              </a:defRPr>
            </a:lvl2pPr>
            <a:lvl3pPr marL="914400" indent="0">
              <a:buNone/>
              <a:defRPr sz="1600">
                <a:solidFill>
                  <a:schemeClr val="tx1">
                    <a:tint val="75000"/>
                  </a:schemeClr>
                </a:solidFill>
              </a:defRPr>
            </a:lvl3pPr>
            <a:lvl4pPr marL="1371600" indent="0">
              <a:buNone/>
              <a:defRPr sz="1400">
                <a:solidFill>
                  <a:schemeClr val="tx1">
                    <a:tint val="75000"/>
                  </a:schemeClr>
                </a:solidFill>
              </a:defRPr>
            </a:lvl4pPr>
            <a:lvl5pPr marL="1828800" indent="0">
              <a:buNone/>
              <a:defRPr sz="1400">
                <a:solidFill>
                  <a:schemeClr val="tx1">
                    <a:tint val="75000"/>
                  </a:schemeClr>
                </a:solidFill>
              </a:defRPr>
            </a:lvl5pPr>
            <a:lvl6pPr marL="2286000" indent="0">
              <a:buNone/>
              <a:defRPr sz="1400">
                <a:solidFill>
                  <a:schemeClr val="tx1">
                    <a:tint val="75000"/>
                  </a:schemeClr>
                </a:solidFill>
              </a:defRPr>
            </a:lvl6pPr>
            <a:lvl7pPr marL="2743200" indent="0">
              <a:buNone/>
              <a:defRPr sz="1400">
                <a:solidFill>
                  <a:schemeClr val="tx1">
                    <a:tint val="75000"/>
                  </a:schemeClr>
                </a:solidFill>
              </a:defRPr>
            </a:lvl7pPr>
            <a:lvl8pPr marL="3200400" indent="0">
              <a:buNone/>
              <a:defRPr sz="1400">
                <a:solidFill>
                  <a:schemeClr val="tx1">
                    <a:tint val="75000"/>
                  </a:schemeClr>
                </a:solidFill>
              </a:defRPr>
            </a:lvl8pPr>
            <a:lvl9pPr marL="3657600" indent="0">
              <a:buNone/>
              <a:defRPr sz="1400">
                <a:solidFill>
                  <a:schemeClr val="tx1">
                    <a:tint val="75000"/>
                  </a:schemeClr>
                </a:solidFill>
              </a:defRPr>
            </a:lvl9pPr>
          </a:lstStyle>
          <a:p>
            <a:pPr lvl="0"/>
            <a:r>
              <a:rPr lang="en-US" smtClean="0"/>
              <a:t>Click to edit Master text styles</a:t>
            </a:r>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960648375"/>
      </p:ext>
    </p:extLst>
  </p:cSld>
  <p:clrMapOvr>
    <a:masterClrMapping/>
  </p:clrMapOvr>
</p:sldLayout>
</file>

<file path=ppt/slideLayouts/slideLayout4.xml><?xml version="1.0" encoding="utf-8"?>
<p:sldLayout xmlns:a="http://schemas.openxmlformats.org/drawingml/2006/main" xmlns:r="http://schemas.openxmlformats.org/officeDocument/2006/relationships" xmlns:p="http://schemas.openxmlformats.org/presentationml/2006/main" type="twoObj" preserve="1">
  <p:cSld name="Two Conten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Content Placeholder 2"/>
          <p:cNvSpPr>
            <a:spLocks noGrp="1"/>
          </p:cNvSpPr>
          <p:nvPr>
            <p:ph sz="half" idx="1"/>
          </p:nvPr>
        </p:nvSpPr>
        <p:spPr>
          <a:xfrm>
            <a:off x="457200" y="1600200"/>
            <a:ext cx="4038600" cy="4525963"/>
          </a:xfrm>
        </p:spPr>
        <p:txBody>
          <a:bodyPr/>
          <a:lstStyle>
            <a:lvl1pPr>
              <a:defRPr sz="2800"/>
            </a:lvl1pPr>
            <a:lvl2pPr>
              <a:defRPr sz="2400"/>
            </a:lvl2pPr>
            <a:lvl3pPr>
              <a:defRPr sz="2000"/>
            </a:lvl3pPr>
            <a:lvl4pPr>
              <a:defRPr sz="1800"/>
            </a:lvl4pPr>
            <a:lvl5pPr>
              <a:defRPr sz="1800"/>
            </a:lvl5pPr>
            <a:lvl6pPr>
              <a:defRPr sz="1800"/>
            </a:lvl6pPr>
            <a:lvl7pPr>
              <a:defRPr sz="1800"/>
            </a:lvl7pPr>
            <a:lvl8pPr>
              <a:defRPr sz="1800"/>
            </a:lvl8pPr>
            <a:lvl9pPr>
              <a:defRPr sz="18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Content Placeholder 3"/>
          <p:cNvSpPr>
            <a:spLocks noGrp="1"/>
          </p:cNvSpPr>
          <p:nvPr>
            <p:ph sz="half" idx="2"/>
          </p:nvPr>
        </p:nvSpPr>
        <p:spPr>
          <a:xfrm>
            <a:off x="4648200" y="1600200"/>
            <a:ext cx="4038600" cy="4525963"/>
          </a:xfrm>
        </p:spPr>
        <p:txBody>
          <a:bodyPr/>
          <a:lstStyle>
            <a:lvl1pPr>
              <a:defRPr sz="2800"/>
            </a:lvl1pPr>
            <a:lvl2pPr>
              <a:defRPr sz="2400"/>
            </a:lvl2pPr>
            <a:lvl3pPr>
              <a:defRPr sz="2000"/>
            </a:lvl3pPr>
            <a:lvl4pPr>
              <a:defRPr sz="1800"/>
            </a:lvl4pPr>
            <a:lvl5pPr>
              <a:defRPr sz="1800"/>
            </a:lvl5pPr>
            <a:lvl6pPr>
              <a:defRPr sz="1800"/>
            </a:lvl6pPr>
            <a:lvl7pPr>
              <a:defRPr sz="1800"/>
            </a:lvl7pPr>
            <a:lvl8pPr>
              <a:defRPr sz="1800"/>
            </a:lvl8pPr>
            <a:lvl9pPr>
              <a:defRPr sz="18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5" name="Date Placeholder 4"/>
          <p:cNvSpPr>
            <a:spLocks noGrp="1"/>
          </p:cNvSpPr>
          <p:nvPr>
            <p:ph type="dt" sz="half" idx="10"/>
          </p:nvPr>
        </p:nvSpPr>
        <p:spPr/>
        <p:txBody>
          <a:bodyPr/>
          <a:lstStyle/>
          <a:p>
            <a:fld id="{5BCAD085-E8A6-8845-BD4E-CB4CCA059FC4}" type="datetimeFigureOut">
              <a:rPr lang="en-US" smtClean="0"/>
              <a:t>1/27/13</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2782244947"/>
      </p:ext>
    </p:extLst>
  </p:cSld>
  <p:clrMapOvr>
    <a:masterClrMapping/>
  </p:clrMapOvr>
</p:sldLayout>
</file>

<file path=ppt/slideLayouts/slideLayout5.xml><?xml version="1.0" encoding="utf-8"?>
<p:sldLayout xmlns:a="http://schemas.openxmlformats.org/drawingml/2006/main" xmlns:r="http://schemas.openxmlformats.org/officeDocument/2006/relationships" xmlns:p="http://schemas.openxmlformats.org/presentationml/2006/main" type="twoTxTwoObj" preserve="1">
  <p:cSld name="Comparison">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lvl1pPr>
              <a:defRPr/>
            </a:lvl1pPr>
          </a:lstStyle>
          <a:p>
            <a:r>
              <a:rPr lang="en-US" smtClean="0"/>
              <a:t>Click to edit Master title style</a:t>
            </a:r>
            <a:endParaRPr lang="en-US"/>
          </a:p>
        </p:txBody>
      </p:sp>
      <p:sp>
        <p:nvSpPr>
          <p:cNvPr id="3" name="Text Placeholder 2"/>
          <p:cNvSpPr>
            <a:spLocks noGrp="1"/>
          </p:cNvSpPr>
          <p:nvPr>
            <p:ph type="body" idx="1"/>
          </p:nvPr>
        </p:nvSpPr>
        <p:spPr>
          <a:xfrm>
            <a:off x="457200" y="1535113"/>
            <a:ext cx="4040188" cy="639762"/>
          </a:xfrm>
        </p:spPr>
        <p:txBody>
          <a:bodyPr anchor="b"/>
          <a:lstStyle>
            <a:lvl1pPr marL="0" indent="0">
              <a:buNone/>
              <a:defRPr sz="2400" b="1"/>
            </a:lvl1pPr>
            <a:lvl2pPr marL="457200" indent="0">
              <a:buNone/>
              <a:defRPr sz="2000" b="1"/>
            </a:lvl2pPr>
            <a:lvl3pPr marL="914400" indent="0">
              <a:buNone/>
              <a:defRPr sz="1800" b="1"/>
            </a:lvl3pPr>
            <a:lvl4pPr marL="1371600" indent="0">
              <a:buNone/>
              <a:defRPr sz="1600" b="1"/>
            </a:lvl4pPr>
            <a:lvl5pPr marL="1828800" indent="0">
              <a:buNone/>
              <a:defRPr sz="1600" b="1"/>
            </a:lvl5pPr>
            <a:lvl6pPr marL="2286000" indent="0">
              <a:buNone/>
              <a:defRPr sz="1600" b="1"/>
            </a:lvl6pPr>
            <a:lvl7pPr marL="2743200" indent="0">
              <a:buNone/>
              <a:defRPr sz="1600" b="1"/>
            </a:lvl7pPr>
            <a:lvl8pPr marL="3200400" indent="0">
              <a:buNone/>
              <a:defRPr sz="1600" b="1"/>
            </a:lvl8pPr>
            <a:lvl9pPr marL="3657600" indent="0">
              <a:buNone/>
              <a:defRPr sz="1600" b="1"/>
            </a:lvl9pPr>
          </a:lstStyle>
          <a:p>
            <a:pPr lvl="0"/>
            <a:r>
              <a:rPr lang="en-US" smtClean="0"/>
              <a:t>Click to edit Master text styles</a:t>
            </a:r>
          </a:p>
        </p:txBody>
      </p:sp>
      <p:sp>
        <p:nvSpPr>
          <p:cNvPr id="4" name="Content Placeholder 3"/>
          <p:cNvSpPr>
            <a:spLocks noGrp="1"/>
          </p:cNvSpPr>
          <p:nvPr>
            <p:ph sz="half" idx="2"/>
          </p:nvPr>
        </p:nvSpPr>
        <p:spPr>
          <a:xfrm>
            <a:off x="457200" y="2174875"/>
            <a:ext cx="4040188" cy="3951288"/>
          </a:xfrm>
        </p:spPr>
        <p:txBody>
          <a:bodyPr/>
          <a:lstStyle>
            <a:lvl1pPr>
              <a:defRPr sz="2400"/>
            </a:lvl1pPr>
            <a:lvl2pPr>
              <a:defRPr sz="2000"/>
            </a:lvl2pPr>
            <a:lvl3pPr>
              <a:defRPr sz="1800"/>
            </a:lvl3pPr>
            <a:lvl4pPr>
              <a:defRPr sz="1600"/>
            </a:lvl4pPr>
            <a:lvl5pPr>
              <a:defRPr sz="1600"/>
            </a:lvl5pPr>
            <a:lvl6pPr>
              <a:defRPr sz="1600"/>
            </a:lvl6pPr>
            <a:lvl7pPr>
              <a:defRPr sz="1600"/>
            </a:lvl7pPr>
            <a:lvl8pPr>
              <a:defRPr sz="1600"/>
            </a:lvl8pPr>
            <a:lvl9pPr>
              <a:defRPr sz="16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5" name="Text Placeholder 4"/>
          <p:cNvSpPr>
            <a:spLocks noGrp="1"/>
          </p:cNvSpPr>
          <p:nvPr>
            <p:ph type="body" sz="quarter" idx="3"/>
          </p:nvPr>
        </p:nvSpPr>
        <p:spPr>
          <a:xfrm>
            <a:off x="4645025" y="1535113"/>
            <a:ext cx="4041775" cy="639762"/>
          </a:xfrm>
        </p:spPr>
        <p:txBody>
          <a:bodyPr anchor="b"/>
          <a:lstStyle>
            <a:lvl1pPr marL="0" indent="0">
              <a:buNone/>
              <a:defRPr sz="2400" b="1"/>
            </a:lvl1pPr>
            <a:lvl2pPr marL="457200" indent="0">
              <a:buNone/>
              <a:defRPr sz="2000" b="1"/>
            </a:lvl2pPr>
            <a:lvl3pPr marL="914400" indent="0">
              <a:buNone/>
              <a:defRPr sz="1800" b="1"/>
            </a:lvl3pPr>
            <a:lvl4pPr marL="1371600" indent="0">
              <a:buNone/>
              <a:defRPr sz="1600" b="1"/>
            </a:lvl4pPr>
            <a:lvl5pPr marL="1828800" indent="0">
              <a:buNone/>
              <a:defRPr sz="1600" b="1"/>
            </a:lvl5pPr>
            <a:lvl6pPr marL="2286000" indent="0">
              <a:buNone/>
              <a:defRPr sz="1600" b="1"/>
            </a:lvl6pPr>
            <a:lvl7pPr marL="2743200" indent="0">
              <a:buNone/>
              <a:defRPr sz="1600" b="1"/>
            </a:lvl7pPr>
            <a:lvl8pPr marL="3200400" indent="0">
              <a:buNone/>
              <a:defRPr sz="1600" b="1"/>
            </a:lvl8pPr>
            <a:lvl9pPr marL="3657600" indent="0">
              <a:buNone/>
              <a:defRPr sz="1600" b="1"/>
            </a:lvl9pPr>
          </a:lstStyle>
          <a:p>
            <a:pPr lvl="0"/>
            <a:r>
              <a:rPr lang="en-US" smtClean="0"/>
              <a:t>Click to edit Master text styles</a:t>
            </a:r>
          </a:p>
        </p:txBody>
      </p:sp>
      <p:sp>
        <p:nvSpPr>
          <p:cNvPr id="6" name="Content Placeholder 5"/>
          <p:cNvSpPr>
            <a:spLocks noGrp="1"/>
          </p:cNvSpPr>
          <p:nvPr>
            <p:ph sz="quarter" idx="4"/>
          </p:nvPr>
        </p:nvSpPr>
        <p:spPr>
          <a:xfrm>
            <a:off x="4645025" y="2174875"/>
            <a:ext cx="4041775" cy="3951288"/>
          </a:xfrm>
        </p:spPr>
        <p:txBody>
          <a:bodyPr/>
          <a:lstStyle>
            <a:lvl1pPr>
              <a:defRPr sz="2400"/>
            </a:lvl1pPr>
            <a:lvl2pPr>
              <a:defRPr sz="2000"/>
            </a:lvl2pPr>
            <a:lvl3pPr>
              <a:defRPr sz="1800"/>
            </a:lvl3pPr>
            <a:lvl4pPr>
              <a:defRPr sz="1600"/>
            </a:lvl4pPr>
            <a:lvl5pPr>
              <a:defRPr sz="1600"/>
            </a:lvl5pPr>
            <a:lvl6pPr>
              <a:defRPr sz="1600"/>
            </a:lvl6pPr>
            <a:lvl7pPr>
              <a:defRPr sz="1600"/>
            </a:lvl7pPr>
            <a:lvl8pPr>
              <a:defRPr sz="1600"/>
            </a:lvl8pPr>
            <a:lvl9pPr>
              <a:defRPr sz="16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7" name="Date Placeholder 6"/>
          <p:cNvSpPr>
            <a:spLocks noGrp="1"/>
          </p:cNvSpPr>
          <p:nvPr>
            <p:ph type="dt" sz="half" idx="10"/>
          </p:nvPr>
        </p:nvSpPr>
        <p:spPr/>
        <p:txBody>
          <a:bodyPr/>
          <a:lstStyle/>
          <a:p>
            <a:fld id="{5BCAD085-E8A6-8845-BD4E-CB4CCA059FC4}" type="datetimeFigureOut">
              <a:rPr lang="en-US" smtClean="0"/>
              <a:t>1/27/13</a:t>
            </a:fld>
            <a:endParaRPr lang="en-US"/>
          </a:p>
        </p:txBody>
      </p:sp>
      <p:sp>
        <p:nvSpPr>
          <p:cNvPr id="8" name="Footer Placeholder 7"/>
          <p:cNvSpPr>
            <a:spLocks noGrp="1"/>
          </p:cNvSpPr>
          <p:nvPr>
            <p:ph type="ftr" sz="quarter" idx="11"/>
          </p:nvPr>
        </p:nvSpPr>
        <p:spPr/>
        <p:txBody>
          <a:bodyPr/>
          <a:lstStyle/>
          <a:p>
            <a:endParaRPr lang="en-US"/>
          </a:p>
        </p:txBody>
      </p:sp>
      <p:sp>
        <p:nvSpPr>
          <p:cNvPr id="9" name="Slide Number Placeholder 8"/>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990158736"/>
      </p:ext>
    </p:extLst>
  </p:cSld>
  <p:clrMapOvr>
    <a:masterClrMapping/>
  </p:clrMapOvr>
</p:sldLayout>
</file>

<file path=ppt/slideLayouts/slideLayout6.xml><?xml version="1.0" encoding="utf-8"?>
<p:sldLayout xmlns:a="http://schemas.openxmlformats.org/drawingml/2006/main" xmlns:r="http://schemas.openxmlformats.org/officeDocument/2006/relationships" xmlns:p="http://schemas.openxmlformats.org/presentationml/2006/main" type="titleOnly" preserve="1">
  <p:cSld name="Title Only">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Date Placeholder 2"/>
          <p:cNvSpPr>
            <a:spLocks noGrp="1"/>
          </p:cNvSpPr>
          <p:nvPr>
            <p:ph type="dt" sz="half" idx="10"/>
          </p:nvPr>
        </p:nvSpPr>
        <p:spPr/>
        <p:txBody>
          <a:bodyPr/>
          <a:lstStyle/>
          <a:p>
            <a:fld id="{5BCAD085-E8A6-8845-BD4E-CB4CCA059FC4}" type="datetimeFigureOut">
              <a:rPr lang="en-US" smtClean="0"/>
              <a:t>1/27/13</a:t>
            </a:fld>
            <a:endParaRPr lang="en-US"/>
          </a:p>
        </p:txBody>
      </p:sp>
      <p:sp>
        <p:nvSpPr>
          <p:cNvPr id="4" name="Footer Placeholder 3"/>
          <p:cNvSpPr>
            <a:spLocks noGrp="1"/>
          </p:cNvSpPr>
          <p:nvPr>
            <p:ph type="ftr" sz="quarter" idx="11"/>
          </p:nvPr>
        </p:nvSpPr>
        <p:spPr/>
        <p:txBody>
          <a:bodyPr/>
          <a:lstStyle/>
          <a:p>
            <a:endParaRPr lang="en-US"/>
          </a:p>
        </p:txBody>
      </p:sp>
      <p:sp>
        <p:nvSpPr>
          <p:cNvPr id="5" name="Slide Number Placeholder 4"/>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727027711"/>
      </p:ext>
    </p:extLst>
  </p:cSld>
  <p:clrMapOvr>
    <a:masterClrMapping/>
  </p:clrMapOvr>
</p:sldLayout>
</file>

<file path=ppt/slideLayouts/slideLayout7.xml><?xml version="1.0" encoding="utf-8"?>
<p:sldLayout xmlns:a="http://schemas.openxmlformats.org/drawingml/2006/main" xmlns:r="http://schemas.openxmlformats.org/officeDocument/2006/relationships" xmlns:p="http://schemas.openxmlformats.org/presentationml/2006/main" type="blank" preserve="1">
  <p:cSld name="Blank">
    <p:spTree>
      <p:nvGrpSpPr>
        <p:cNvPr id="1" name=""/>
        <p:cNvGrpSpPr/>
        <p:nvPr/>
      </p:nvGrpSpPr>
      <p:grpSpPr>
        <a:xfrm>
          <a:off x="0" y="0"/>
          <a:ext cx="0" cy="0"/>
          <a:chOff x="0" y="0"/>
          <a:chExt cx="0" cy="0"/>
        </a:xfrm>
      </p:grpSpPr>
      <p:sp>
        <p:nvSpPr>
          <p:cNvPr id="2" name="Date Placeholder 1"/>
          <p:cNvSpPr>
            <a:spLocks noGrp="1"/>
          </p:cNvSpPr>
          <p:nvPr>
            <p:ph type="dt" sz="half" idx="10"/>
          </p:nvPr>
        </p:nvSpPr>
        <p:spPr/>
        <p:txBody>
          <a:bodyPr/>
          <a:lstStyle/>
          <a:p>
            <a:fld id="{5BCAD085-E8A6-8845-BD4E-CB4CCA059FC4}" type="datetimeFigureOut">
              <a:rPr lang="en-US" smtClean="0"/>
              <a:t>1/27/13</a:t>
            </a:fld>
            <a:endParaRPr lang="en-US"/>
          </a:p>
        </p:txBody>
      </p:sp>
      <p:sp>
        <p:nvSpPr>
          <p:cNvPr id="3" name="Footer Placeholder 2"/>
          <p:cNvSpPr>
            <a:spLocks noGrp="1"/>
          </p:cNvSpPr>
          <p:nvPr>
            <p:ph type="ftr" sz="quarter" idx="11"/>
          </p:nvPr>
        </p:nvSpPr>
        <p:spPr/>
        <p:txBody>
          <a:bodyPr/>
          <a:lstStyle/>
          <a:p>
            <a:endParaRPr lang="en-US"/>
          </a:p>
        </p:txBody>
      </p:sp>
      <p:sp>
        <p:nvSpPr>
          <p:cNvPr id="4" name="Slide Number Placeholder 3"/>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1212999818"/>
      </p:ext>
    </p:extLst>
  </p:cSld>
  <p:clrMapOvr>
    <a:masterClrMapping/>
  </p:clrMapOvr>
</p:sldLayout>
</file>

<file path=ppt/slideLayouts/slideLayout8.xml><?xml version="1.0" encoding="utf-8"?>
<p:sldLayout xmlns:a="http://schemas.openxmlformats.org/drawingml/2006/main" xmlns:r="http://schemas.openxmlformats.org/officeDocument/2006/relationships" xmlns:p="http://schemas.openxmlformats.org/presentationml/2006/main" type="objTx" preserve="1">
  <p:cSld name="Content with Caption">
    <p:spTree>
      <p:nvGrpSpPr>
        <p:cNvPr id="1" name=""/>
        <p:cNvGrpSpPr/>
        <p:nvPr/>
      </p:nvGrpSpPr>
      <p:grpSpPr>
        <a:xfrm>
          <a:off x="0" y="0"/>
          <a:ext cx="0" cy="0"/>
          <a:chOff x="0" y="0"/>
          <a:chExt cx="0" cy="0"/>
        </a:xfrm>
      </p:grpSpPr>
      <p:sp>
        <p:nvSpPr>
          <p:cNvPr id="2" name="Title 1"/>
          <p:cNvSpPr>
            <a:spLocks noGrp="1"/>
          </p:cNvSpPr>
          <p:nvPr>
            <p:ph type="title"/>
          </p:nvPr>
        </p:nvSpPr>
        <p:spPr>
          <a:xfrm>
            <a:off x="457200" y="273050"/>
            <a:ext cx="3008313" cy="1162050"/>
          </a:xfrm>
        </p:spPr>
        <p:txBody>
          <a:bodyPr anchor="b"/>
          <a:lstStyle>
            <a:lvl1pPr algn="l">
              <a:defRPr sz="2000" b="1"/>
            </a:lvl1pPr>
          </a:lstStyle>
          <a:p>
            <a:r>
              <a:rPr lang="en-US" smtClean="0"/>
              <a:t>Click to edit Master title style</a:t>
            </a:r>
            <a:endParaRPr lang="en-US"/>
          </a:p>
        </p:txBody>
      </p:sp>
      <p:sp>
        <p:nvSpPr>
          <p:cNvPr id="3" name="Content Placeholder 2"/>
          <p:cNvSpPr>
            <a:spLocks noGrp="1"/>
          </p:cNvSpPr>
          <p:nvPr>
            <p:ph idx="1"/>
          </p:nvPr>
        </p:nvSpPr>
        <p:spPr>
          <a:xfrm>
            <a:off x="3575050" y="273050"/>
            <a:ext cx="5111750" cy="5853113"/>
          </a:xfrm>
        </p:spPr>
        <p:txBody>
          <a:bodyPr/>
          <a:lstStyle>
            <a:lvl1pPr>
              <a:defRPr sz="3200"/>
            </a:lvl1pPr>
            <a:lvl2pPr>
              <a:defRPr sz="2800"/>
            </a:lvl2pPr>
            <a:lvl3pPr>
              <a:defRPr sz="2400"/>
            </a:lvl3pPr>
            <a:lvl4pPr>
              <a:defRPr sz="2000"/>
            </a:lvl4pPr>
            <a:lvl5pPr>
              <a:defRPr sz="2000"/>
            </a:lvl5pPr>
            <a:lvl6pPr>
              <a:defRPr sz="2000"/>
            </a:lvl6pPr>
            <a:lvl7pPr>
              <a:defRPr sz="2000"/>
            </a:lvl7pPr>
            <a:lvl8pPr>
              <a:defRPr sz="2000"/>
            </a:lvl8pPr>
            <a:lvl9pPr>
              <a:defRPr sz="20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Text Placeholder 3"/>
          <p:cNvSpPr>
            <a:spLocks noGrp="1"/>
          </p:cNvSpPr>
          <p:nvPr>
            <p:ph type="body" sz="half" idx="2"/>
          </p:nvPr>
        </p:nvSpPr>
        <p:spPr>
          <a:xfrm>
            <a:off x="457200" y="1435100"/>
            <a:ext cx="3008313" cy="4691063"/>
          </a:xfrm>
        </p:spPr>
        <p:txBody>
          <a:bodyPr/>
          <a:lstStyle>
            <a:lvl1pPr marL="0" indent="0">
              <a:buNone/>
              <a:defRPr sz="1400"/>
            </a:lvl1pPr>
            <a:lvl2pPr marL="457200" indent="0">
              <a:buNone/>
              <a:defRPr sz="1200"/>
            </a:lvl2pPr>
            <a:lvl3pPr marL="914400" indent="0">
              <a:buNone/>
              <a:defRPr sz="1000"/>
            </a:lvl3pPr>
            <a:lvl4pPr marL="1371600" indent="0">
              <a:buNone/>
              <a:defRPr sz="900"/>
            </a:lvl4pPr>
            <a:lvl5pPr marL="1828800" indent="0">
              <a:buNone/>
              <a:defRPr sz="900"/>
            </a:lvl5pPr>
            <a:lvl6pPr marL="2286000" indent="0">
              <a:buNone/>
              <a:defRPr sz="900"/>
            </a:lvl6pPr>
            <a:lvl7pPr marL="2743200" indent="0">
              <a:buNone/>
              <a:defRPr sz="900"/>
            </a:lvl7pPr>
            <a:lvl8pPr marL="3200400" indent="0">
              <a:buNone/>
              <a:defRPr sz="900"/>
            </a:lvl8pPr>
            <a:lvl9pPr marL="3657600" indent="0">
              <a:buNone/>
              <a:defRPr sz="900"/>
            </a:lvl9pPr>
          </a:lstStyle>
          <a:p>
            <a:pPr lvl="0"/>
            <a:r>
              <a:rPr lang="en-US" smtClean="0"/>
              <a:t>Click to edit Master text styles</a:t>
            </a:r>
          </a:p>
        </p:txBody>
      </p:sp>
      <p:sp>
        <p:nvSpPr>
          <p:cNvPr id="5" name="Date Placeholder 4"/>
          <p:cNvSpPr>
            <a:spLocks noGrp="1"/>
          </p:cNvSpPr>
          <p:nvPr>
            <p:ph type="dt" sz="half" idx="10"/>
          </p:nvPr>
        </p:nvSpPr>
        <p:spPr/>
        <p:txBody>
          <a:bodyPr/>
          <a:lstStyle/>
          <a:p>
            <a:fld id="{5BCAD085-E8A6-8845-BD4E-CB4CCA059FC4}" type="datetimeFigureOut">
              <a:rPr lang="en-US" smtClean="0"/>
              <a:t>1/27/13</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1840726560"/>
      </p:ext>
    </p:extLst>
  </p:cSld>
  <p:clrMapOvr>
    <a:masterClrMapping/>
  </p:clrMapOvr>
</p:sldLayout>
</file>

<file path=ppt/slideLayouts/slideLayout9.xml><?xml version="1.0" encoding="utf-8"?>
<p:sldLayout xmlns:a="http://schemas.openxmlformats.org/drawingml/2006/main" xmlns:r="http://schemas.openxmlformats.org/officeDocument/2006/relationships" xmlns:p="http://schemas.openxmlformats.org/presentationml/2006/main" type="picTx" preserve="1">
  <p:cSld name="Picture with Caption">
    <p:spTree>
      <p:nvGrpSpPr>
        <p:cNvPr id="1" name=""/>
        <p:cNvGrpSpPr/>
        <p:nvPr/>
      </p:nvGrpSpPr>
      <p:grpSpPr>
        <a:xfrm>
          <a:off x="0" y="0"/>
          <a:ext cx="0" cy="0"/>
          <a:chOff x="0" y="0"/>
          <a:chExt cx="0" cy="0"/>
        </a:xfrm>
      </p:grpSpPr>
      <p:sp>
        <p:nvSpPr>
          <p:cNvPr id="2" name="Title 1"/>
          <p:cNvSpPr>
            <a:spLocks noGrp="1"/>
          </p:cNvSpPr>
          <p:nvPr>
            <p:ph type="title"/>
          </p:nvPr>
        </p:nvSpPr>
        <p:spPr>
          <a:xfrm>
            <a:off x="1792288" y="4800600"/>
            <a:ext cx="5486400" cy="566738"/>
          </a:xfrm>
        </p:spPr>
        <p:txBody>
          <a:bodyPr anchor="b"/>
          <a:lstStyle>
            <a:lvl1pPr algn="l">
              <a:defRPr sz="2000" b="1"/>
            </a:lvl1pPr>
          </a:lstStyle>
          <a:p>
            <a:r>
              <a:rPr lang="en-US" smtClean="0"/>
              <a:t>Click to edit Master title style</a:t>
            </a:r>
            <a:endParaRPr lang="en-US"/>
          </a:p>
        </p:txBody>
      </p:sp>
      <p:sp>
        <p:nvSpPr>
          <p:cNvPr id="3" name="Picture Placeholder 2"/>
          <p:cNvSpPr>
            <a:spLocks noGrp="1"/>
          </p:cNvSpPr>
          <p:nvPr>
            <p:ph type="pic" idx="1"/>
          </p:nvPr>
        </p:nvSpPr>
        <p:spPr>
          <a:xfrm>
            <a:off x="1792288" y="612775"/>
            <a:ext cx="5486400" cy="4114800"/>
          </a:xfrm>
        </p:spPr>
        <p:txBody>
          <a:bodyPr/>
          <a:lstStyle>
            <a:lvl1pPr marL="0" indent="0">
              <a:buNone/>
              <a:defRPr sz="3200"/>
            </a:lvl1pPr>
            <a:lvl2pPr marL="457200" indent="0">
              <a:buNone/>
              <a:defRPr sz="2800"/>
            </a:lvl2pPr>
            <a:lvl3pPr marL="914400" indent="0">
              <a:buNone/>
              <a:defRPr sz="2400"/>
            </a:lvl3pPr>
            <a:lvl4pPr marL="1371600" indent="0">
              <a:buNone/>
              <a:defRPr sz="2000"/>
            </a:lvl4pPr>
            <a:lvl5pPr marL="1828800" indent="0">
              <a:buNone/>
              <a:defRPr sz="2000"/>
            </a:lvl5pPr>
            <a:lvl6pPr marL="2286000" indent="0">
              <a:buNone/>
              <a:defRPr sz="2000"/>
            </a:lvl6pPr>
            <a:lvl7pPr marL="2743200" indent="0">
              <a:buNone/>
              <a:defRPr sz="2000"/>
            </a:lvl7pPr>
            <a:lvl8pPr marL="3200400" indent="0">
              <a:buNone/>
              <a:defRPr sz="2000"/>
            </a:lvl8pPr>
            <a:lvl9pPr marL="3657600" indent="0">
              <a:buNone/>
              <a:defRPr sz="2000"/>
            </a:lvl9pPr>
          </a:lstStyle>
          <a:p>
            <a:endParaRPr lang="en-US"/>
          </a:p>
        </p:txBody>
      </p:sp>
      <p:sp>
        <p:nvSpPr>
          <p:cNvPr id="4" name="Text Placeholder 3"/>
          <p:cNvSpPr>
            <a:spLocks noGrp="1"/>
          </p:cNvSpPr>
          <p:nvPr>
            <p:ph type="body" sz="half" idx="2"/>
          </p:nvPr>
        </p:nvSpPr>
        <p:spPr>
          <a:xfrm>
            <a:off x="1792288" y="5367338"/>
            <a:ext cx="5486400" cy="804862"/>
          </a:xfrm>
        </p:spPr>
        <p:txBody>
          <a:bodyPr/>
          <a:lstStyle>
            <a:lvl1pPr marL="0" indent="0">
              <a:buNone/>
              <a:defRPr sz="1400"/>
            </a:lvl1pPr>
            <a:lvl2pPr marL="457200" indent="0">
              <a:buNone/>
              <a:defRPr sz="1200"/>
            </a:lvl2pPr>
            <a:lvl3pPr marL="914400" indent="0">
              <a:buNone/>
              <a:defRPr sz="1000"/>
            </a:lvl3pPr>
            <a:lvl4pPr marL="1371600" indent="0">
              <a:buNone/>
              <a:defRPr sz="900"/>
            </a:lvl4pPr>
            <a:lvl5pPr marL="1828800" indent="0">
              <a:buNone/>
              <a:defRPr sz="900"/>
            </a:lvl5pPr>
            <a:lvl6pPr marL="2286000" indent="0">
              <a:buNone/>
              <a:defRPr sz="900"/>
            </a:lvl6pPr>
            <a:lvl7pPr marL="2743200" indent="0">
              <a:buNone/>
              <a:defRPr sz="900"/>
            </a:lvl7pPr>
            <a:lvl8pPr marL="3200400" indent="0">
              <a:buNone/>
              <a:defRPr sz="900"/>
            </a:lvl8pPr>
            <a:lvl9pPr marL="3657600" indent="0">
              <a:buNone/>
              <a:defRPr sz="900"/>
            </a:lvl9pPr>
          </a:lstStyle>
          <a:p>
            <a:pPr lvl="0"/>
            <a:r>
              <a:rPr lang="en-US" smtClean="0"/>
              <a:t>Click to edit Master text styles</a:t>
            </a:r>
          </a:p>
        </p:txBody>
      </p:sp>
      <p:sp>
        <p:nvSpPr>
          <p:cNvPr id="5" name="Date Placeholder 4"/>
          <p:cNvSpPr>
            <a:spLocks noGrp="1"/>
          </p:cNvSpPr>
          <p:nvPr>
            <p:ph type="dt" sz="half" idx="10"/>
          </p:nvPr>
        </p:nvSpPr>
        <p:spPr/>
        <p:txBody>
          <a:bodyPr/>
          <a:lstStyle/>
          <a:p>
            <a:fld id="{5BCAD085-E8A6-8845-BD4E-CB4CCA059FC4}" type="datetimeFigureOut">
              <a:rPr lang="en-US" smtClean="0"/>
              <a:t>1/27/13</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3889236939"/>
      </p:ext>
    </p:extLst>
  </p:cSld>
  <p:clrMapOvr>
    <a:masterClrMapping/>
  </p:clrMapOvr>
</p:sldLayout>
</file>

<file path=ppt/slideLayouts/slideLayout10.xml><?xml version="1.0" encoding="utf-8"?>
<p:sldLayout xmlns:a="http://schemas.openxmlformats.org/drawingml/2006/main" xmlns:r="http://schemas.openxmlformats.org/officeDocument/2006/relationships" xmlns:p="http://schemas.openxmlformats.org/presentationml/2006/main" type="vertTx" preserve="1">
  <p:cSld name="Title and Vertical Tex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Vertical Text Placeholder 2"/>
          <p:cNvSpPr>
            <a:spLocks noGrp="1"/>
          </p:cNvSpPr>
          <p:nvPr>
            <p:ph type="body" orient="vert" idx="1"/>
          </p:nvPr>
        </p:nvSpPr>
        <p:spPr/>
        <p:txBody>
          <a:bodyPr vert="eaVert"/>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2910927964"/>
      </p:ext>
    </p:extLst>
  </p:cSld>
  <p:clrMapOvr>
    <a:masterClrMapping/>
  </p:clrMapOvr>
</p:sldLayout>
</file>

<file path=ppt/slideLayouts/slideLayout11.xml><?xml version="1.0" encoding="utf-8"?>
<p:sldLayout xmlns:a="http://schemas.openxmlformats.org/drawingml/2006/main" xmlns:r="http://schemas.openxmlformats.org/officeDocument/2006/relationships" xmlns:p="http://schemas.openxmlformats.org/presentationml/2006/main" type="vertTitleAndTx" preserve="1">
  <p:cSld name="Vertical Title and Text">
    <p:spTree>
      <p:nvGrpSpPr>
        <p:cNvPr id="1" name=""/>
        <p:cNvGrpSpPr/>
        <p:nvPr/>
      </p:nvGrpSpPr>
      <p:grpSpPr>
        <a:xfrm>
          <a:off x="0" y="0"/>
          <a:ext cx="0" cy="0"/>
          <a:chOff x="0" y="0"/>
          <a:chExt cx="0" cy="0"/>
        </a:xfrm>
      </p:grpSpPr>
      <p:sp>
        <p:nvSpPr>
          <p:cNvPr id="2" name="Vertical Title 1"/>
          <p:cNvSpPr>
            <a:spLocks noGrp="1"/>
          </p:cNvSpPr>
          <p:nvPr>
            <p:ph type="title" orient="vert"/>
          </p:nvPr>
        </p:nvSpPr>
        <p:spPr>
          <a:xfrm>
            <a:off x="6629400" y="274638"/>
            <a:ext cx="2057400" cy="5851525"/>
          </a:xfrm>
        </p:spPr>
        <p:txBody>
          <a:bodyPr vert="eaVert"/>
          <a:lstStyle/>
          <a:p>
            <a:r>
              <a:rPr lang="en-US" smtClean="0"/>
              <a:t>Click to edit Master title style</a:t>
            </a:r>
            <a:endParaRPr lang="en-US"/>
          </a:p>
        </p:txBody>
      </p:sp>
      <p:sp>
        <p:nvSpPr>
          <p:cNvPr id="3" name="Vertical Text Placeholder 2"/>
          <p:cNvSpPr>
            <a:spLocks noGrp="1"/>
          </p:cNvSpPr>
          <p:nvPr>
            <p:ph type="body" orient="vert" idx="1"/>
          </p:nvPr>
        </p:nvSpPr>
        <p:spPr>
          <a:xfrm>
            <a:off x="457200" y="274638"/>
            <a:ext cx="6019800" cy="5851525"/>
          </a:xfrm>
        </p:spPr>
        <p:txBody>
          <a:bodyPr vert="eaVert"/>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3612223792"/>
      </p:ext>
    </p:extLst>
  </p:cSld>
  <p:clrMapOvr>
    <a:masterClrMapping/>
  </p:clrMapOvr>
</p:sldLayout>
</file>

<file path=ppt/slideMasters/_rels/slideMaster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slideLayout" Target="../slideLayouts/slideLayout2.xml"/><Relationship Id="rId3" Type="http://schemas.openxmlformats.org/officeDocument/2006/relationships/slideLayout" Target="../slideLayouts/slideLayout3.xml"/><Relationship Id="rId4" Type="http://schemas.openxmlformats.org/officeDocument/2006/relationships/slideLayout" Target="../slideLayouts/slideLayout4.xml"/><Relationship Id="rId5" Type="http://schemas.openxmlformats.org/officeDocument/2006/relationships/slideLayout" Target="../slideLayouts/slideLayout5.xml"/><Relationship Id="rId6" Type="http://schemas.openxmlformats.org/officeDocument/2006/relationships/slideLayout" Target="../slideLayouts/slideLayout6.xml"/><Relationship Id="rId7" Type="http://schemas.openxmlformats.org/officeDocument/2006/relationships/slideLayout" Target="../slideLayouts/slideLayout7.xml"/><Relationship Id="rId8" Type="http://schemas.openxmlformats.org/officeDocument/2006/relationships/slideLayout" Target="../slideLayouts/slideLayout8.xml"/><Relationship Id="rId9" Type="http://schemas.openxmlformats.org/officeDocument/2006/relationships/slideLayout" Target="../slideLayouts/slideLayout9.xml"/><Relationship Id="rId10" Type="http://schemas.openxmlformats.org/officeDocument/2006/relationships/slideLayout" Target="../slideLayouts/slideLayout10.xml"/><Relationship Id="rId11" Type="http://schemas.openxmlformats.org/officeDocument/2006/relationships/slideLayout" Target="../slideLayouts/slideLayout11.xml"/><Relationship Id="rId12" Type="http://schemas.openxmlformats.org/officeDocument/2006/relationships/theme" Target="../theme/theme1.xml"/></Relationships>
</file>

<file path=ppt/slideMasters/slideMaster1.xml><?xml version="1.0" encoding="utf-8"?>
<p:sld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Title Placeholder 1"/>
          <p:cNvSpPr>
            <a:spLocks noGrp="1"/>
          </p:cNvSpPr>
          <p:nvPr>
            <p:ph type="title"/>
          </p:nvPr>
        </p:nvSpPr>
        <p:spPr>
          <a:xfrm>
            <a:off x="457200" y="274638"/>
            <a:ext cx="8229600" cy="1143000"/>
          </a:xfrm>
          <a:prstGeom prst="rect">
            <a:avLst/>
          </a:prstGeom>
        </p:spPr>
        <p:txBody>
          <a:bodyPr vert="horz" lIns="91440" tIns="45720" rIns="91440" bIns="45720" rtlCol="0" anchor="ctr">
            <a:normAutofit/>
          </a:bodyPr>
          <a:lstStyle/>
          <a:p>
            <a:r>
              <a:rPr lang="en-US" smtClean="0"/>
              <a:t>Click to edit Master title style</a:t>
            </a:r>
            <a:endParaRPr lang="en-US"/>
          </a:p>
        </p:txBody>
      </p:sp>
      <p:sp>
        <p:nvSpPr>
          <p:cNvPr id="3" name="Text Placeholder 2"/>
          <p:cNvSpPr>
            <a:spLocks noGrp="1"/>
          </p:cNvSpPr>
          <p:nvPr>
            <p:ph type="body" idx="1"/>
          </p:nvPr>
        </p:nvSpPr>
        <p:spPr>
          <a:xfrm>
            <a:off x="457200" y="1600200"/>
            <a:ext cx="8229600" cy="4525963"/>
          </a:xfrm>
          <a:prstGeom prst="rect">
            <a:avLst/>
          </a:prstGeom>
        </p:spPr>
        <p:txBody>
          <a:bodyPr vert="horz" lIns="91440" tIns="45720" rIns="91440" bIns="45720" rtlCol="0">
            <a:normAutofit/>
          </a:body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2"/>
          </p:nvPr>
        </p:nvSpPr>
        <p:spPr>
          <a:xfrm>
            <a:off x="457200" y="6356350"/>
            <a:ext cx="2133600" cy="365125"/>
          </a:xfrm>
          <a:prstGeom prst="rect">
            <a:avLst/>
          </a:prstGeom>
        </p:spPr>
        <p:txBody>
          <a:bodyPr vert="horz" lIns="91440" tIns="45720" rIns="91440" bIns="45720" rtlCol="0" anchor="ctr"/>
          <a:lstStyle>
            <a:lvl1pPr algn="l">
              <a:defRPr sz="1200">
                <a:solidFill>
                  <a:schemeClr val="tx1">
                    <a:tint val="75000"/>
                  </a:schemeClr>
                </a:solidFill>
              </a:defRPr>
            </a:lvl1pPr>
          </a:lstStyle>
          <a:p>
            <a:fld id="{5BCAD085-E8A6-8845-BD4E-CB4CCA059FC4}" type="datetimeFigureOut">
              <a:rPr lang="en-US" smtClean="0"/>
              <a:t>1/27/13</a:t>
            </a:fld>
            <a:endParaRPr lang="en-US"/>
          </a:p>
        </p:txBody>
      </p:sp>
      <p:sp>
        <p:nvSpPr>
          <p:cNvPr id="5" name="Footer Placeholder 4"/>
          <p:cNvSpPr>
            <a:spLocks noGrp="1"/>
          </p:cNvSpPr>
          <p:nvPr>
            <p:ph type="ftr" sz="quarter" idx="3"/>
          </p:nvPr>
        </p:nvSpPr>
        <p:spPr>
          <a:xfrm>
            <a:off x="3124200" y="6356350"/>
            <a:ext cx="2895600" cy="365125"/>
          </a:xfrm>
          <a:prstGeom prst="rect">
            <a:avLst/>
          </a:prstGeom>
        </p:spPr>
        <p:txBody>
          <a:bodyPr vert="horz" lIns="91440" tIns="45720" rIns="91440" bIns="45720" rtlCol="0" anchor="ctr"/>
          <a:lstStyle>
            <a:lvl1pPr algn="ctr">
              <a:defRPr sz="1200">
                <a:solidFill>
                  <a:schemeClr val="tx1">
                    <a:tint val="75000"/>
                  </a:schemeClr>
                </a:solidFill>
              </a:defRPr>
            </a:lvl1pPr>
          </a:lstStyle>
          <a:p>
            <a:endParaRPr lang="en-US"/>
          </a:p>
        </p:txBody>
      </p:sp>
      <p:sp>
        <p:nvSpPr>
          <p:cNvPr id="6" name="Slide Number Placeholder 5"/>
          <p:cNvSpPr>
            <a:spLocks noGrp="1"/>
          </p:cNvSpPr>
          <p:nvPr>
            <p:ph type="sldNum" sz="quarter" idx="4"/>
          </p:nvPr>
        </p:nvSpPr>
        <p:spPr>
          <a:xfrm>
            <a:off x="6553200" y="6356350"/>
            <a:ext cx="2133600" cy="365125"/>
          </a:xfrm>
          <a:prstGeom prst="rect">
            <a:avLst/>
          </a:prstGeom>
        </p:spPr>
        <p:txBody>
          <a:bodyPr vert="horz" lIns="91440" tIns="45720" rIns="91440" bIns="45720" rtlCol="0" anchor="ctr"/>
          <a:lstStyle>
            <a:lvl1pPr algn="r">
              <a:defRPr sz="1200">
                <a:solidFill>
                  <a:schemeClr val="tx1">
                    <a:tint val="75000"/>
                  </a:schemeClr>
                </a:solidFill>
              </a:defRPr>
            </a:lvl1pPr>
          </a:lstStyle>
          <a:p>
            <a:fld id="{C1FF6DA9-008F-8B48-92A6-B652298478BF}" type="slidenum">
              <a:rPr lang="en-US" smtClean="0"/>
              <a:t>‹#›</a:t>
            </a:fld>
            <a:endParaRPr lang="en-US"/>
          </a:p>
        </p:txBody>
      </p:sp>
    </p:spTree>
    <p:extLst>
      <p:ext uri="{BB962C8B-B14F-4D97-AF65-F5344CB8AC3E}">
        <p14:creationId xmlns:p14="http://schemas.microsoft.com/office/powerpoint/2010/main" val="2209977519"/>
      </p:ext>
    </p:extLst>
  </p:cSld>
  <p:clrMap bg1="lt1" tx1="dk1" bg2="lt2" tx2="dk2" accent1="accent1" accent2="accent2" accent3="accent3" accent4="accent4" accent5="accent5" accent6="accent6" hlink="hlink" folHlink="folHlink"/>
  <p:sldLayoutIdLst>
    <p:sldLayoutId id="2147483649" r:id="rId1"/>
    <p:sldLayoutId id="2147483650" r:id="rId2"/>
    <p:sldLayoutId id="2147483651" r:id="rId3"/>
    <p:sldLayoutId id="2147483652" r:id="rId4"/>
    <p:sldLayoutId id="2147483653" r:id="rId5"/>
    <p:sldLayoutId id="2147483654" r:id="rId6"/>
    <p:sldLayoutId id="2147483655" r:id="rId7"/>
    <p:sldLayoutId id="2147483656" r:id="rId8"/>
    <p:sldLayoutId id="2147483657" r:id="rId9"/>
    <p:sldLayoutId id="2147483658" r:id="rId10"/>
    <p:sldLayoutId id="2147483659" r:id="rId11"/>
  </p:sldLayoutIdLst>
  <p:txStyles>
    <p:titleStyle>
      <a:lvl1pPr algn="ctr" defTabSz="457200" rtl="0" eaLnBrk="1" latinLnBrk="0" hangingPunct="1">
        <a:spcBef>
          <a:spcPct val="0"/>
        </a:spcBef>
        <a:buNone/>
        <a:defRPr sz="4400" kern="1200">
          <a:solidFill>
            <a:schemeClr val="tx1"/>
          </a:solidFill>
          <a:latin typeface="+mj-lt"/>
          <a:ea typeface="+mj-ea"/>
          <a:cs typeface="+mj-cs"/>
        </a:defRPr>
      </a:lvl1pPr>
    </p:titleStyle>
    <p:bodyStyle>
      <a:lvl1pPr marL="342900" indent="-342900" algn="l" defTabSz="457200" rtl="0" eaLnBrk="1" latinLnBrk="0" hangingPunct="1">
        <a:spcBef>
          <a:spcPct val="20000"/>
        </a:spcBef>
        <a:buFont typeface="Arial"/>
        <a:buChar char="•"/>
        <a:defRPr sz="3200" kern="1200">
          <a:solidFill>
            <a:schemeClr val="tx1"/>
          </a:solidFill>
          <a:latin typeface="+mn-lt"/>
          <a:ea typeface="+mn-ea"/>
          <a:cs typeface="+mn-cs"/>
        </a:defRPr>
      </a:lvl1pPr>
      <a:lvl2pPr marL="742950" indent="-285750" algn="l" defTabSz="457200" rtl="0" eaLnBrk="1" latinLnBrk="0" hangingPunct="1">
        <a:spcBef>
          <a:spcPct val="20000"/>
        </a:spcBef>
        <a:buFont typeface="Arial"/>
        <a:buChar char="–"/>
        <a:defRPr sz="2800" kern="1200">
          <a:solidFill>
            <a:schemeClr val="tx1"/>
          </a:solidFill>
          <a:latin typeface="+mn-lt"/>
          <a:ea typeface="+mn-ea"/>
          <a:cs typeface="+mn-cs"/>
        </a:defRPr>
      </a:lvl2pPr>
      <a:lvl3pPr marL="1143000" indent="-228600" algn="l" defTabSz="457200" rtl="0" eaLnBrk="1" latinLnBrk="0" hangingPunct="1">
        <a:spcBef>
          <a:spcPct val="20000"/>
        </a:spcBef>
        <a:buFont typeface="Arial"/>
        <a:buChar char="•"/>
        <a:defRPr sz="2400" kern="1200">
          <a:solidFill>
            <a:schemeClr val="tx1"/>
          </a:solidFill>
          <a:latin typeface="+mn-lt"/>
          <a:ea typeface="+mn-ea"/>
          <a:cs typeface="+mn-cs"/>
        </a:defRPr>
      </a:lvl3pPr>
      <a:lvl4pPr marL="1600200" indent="-228600" algn="l" defTabSz="457200" rtl="0" eaLnBrk="1" latinLnBrk="0" hangingPunct="1">
        <a:spcBef>
          <a:spcPct val="20000"/>
        </a:spcBef>
        <a:buFont typeface="Arial"/>
        <a:buChar char="–"/>
        <a:defRPr sz="2000" kern="1200">
          <a:solidFill>
            <a:schemeClr val="tx1"/>
          </a:solidFill>
          <a:latin typeface="+mn-lt"/>
          <a:ea typeface="+mn-ea"/>
          <a:cs typeface="+mn-cs"/>
        </a:defRPr>
      </a:lvl4pPr>
      <a:lvl5pPr marL="2057400" indent="-228600" algn="l" defTabSz="457200" rtl="0" eaLnBrk="1" latinLnBrk="0" hangingPunct="1">
        <a:spcBef>
          <a:spcPct val="20000"/>
        </a:spcBef>
        <a:buFont typeface="Arial"/>
        <a:buChar char="»"/>
        <a:defRPr sz="2000" kern="1200">
          <a:solidFill>
            <a:schemeClr val="tx1"/>
          </a:solidFill>
          <a:latin typeface="+mn-lt"/>
          <a:ea typeface="+mn-ea"/>
          <a:cs typeface="+mn-cs"/>
        </a:defRPr>
      </a:lvl5pPr>
      <a:lvl6pPr marL="2514600" indent="-228600" algn="l" defTabSz="457200" rtl="0" eaLnBrk="1" latinLnBrk="0" hangingPunct="1">
        <a:spcBef>
          <a:spcPct val="20000"/>
        </a:spcBef>
        <a:buFont typeface="Arial"/>
        <a:buChar char="•"/>
        <a:defRPr sz="2000" kern="1200">
          <a:solidFill>
            <a:schemeClr val="tx1"/>
          </a:solidFill>
          <a:latin typeface="+mn-lt"/>
          <a:ea typeface="+mn-ea"/>
          <a:cs typeface="+mn-cs"/>
        </a:defRPr>
      </a:lvl6pPr>
      <a:lvl7pPr marL="2971800" indent="-228600" algn="l" defTabSz="457200" rtl="0" eaLnBrk="1" latinLnBrk="0" hangingPunct="1">
        <a:spcBef>
          <a:spcPct val="20000"/>
        </a:spcBef>
        <a:buFont typeface="Arial"/>
        <a:buChar char="•"/>
        <a:defRPr sz="2000" kern="1200">
          <a:solidFill>
            <a:schemeClr val="tx1"/>
          </a:solidFill>
          <a:latin typeface="+mn-lt"/>
          <a:ea typeface="+mn-ea"/>
          <a:cs typeface="+mn-cs"/>
        </a:defRPr>
      </a:lvl7pPr>
      <a:lvl8pPr marL="3429000" indent="-228600" algn="l" defTabSz="457200" rtl="0" eaLnBrk="1" latinLnBrk="0" hangingPunct="1">
        <a:spcBef>
          <a:spcPct val="20000"/>
        </a:spcBef>
        <a:buFont typeface="Arial"/>
        <a:buChar char="•"/>
        <a:defRPr sz="2000" kern="1200">
          <a:solidFill>
            <a:schemeClr val="tx1"/>
          </a:solidFill>
          <a:latin typeface="+mn-lt"/>
          <a:ea typeface="+mn-ea"/>
          <a:cs typeface="+mn-cs"/>
        </a:defRPr>
      </a:lvl8pPr>
      <a:lvl9pPr marL="3886200" indent="-228600" algn="l" defTabSz="457200" rtl="0" eaLnBrk="1" latinLnBrk="0" hangingPunct="1">
        <a:spcBef>
          <a:spcPct val="20000"/>
        </a:spcBef>
        <a:buFont typeface="Arial"/>
        <a:buChar char="•"/>
        <a:defRPr sz="2000" kern="1200">
          <a:solidFill>
            <a:schemeClr val="tx1"/>
          </a:solidFill>
          <a:latin typeface="+mn-lt"/>
          <a:ea typeface="+mn-ea"/>
          <a:cs typeface="+mn-cs"/>
        </a:defRPr>
      </a:lvl9pPr>
    </p:bodyStyle>
    <p:otherStyle>
      <a:defPPr>
        <a:defRPr lang="en-US"/>
      </a:defPPr>
      <a:lvl1pPr marL="0" algn="l" defTabSz="457200" rtl="0" eaLnBrk="1" latinLnBrk="0" hangingPunct="1">
        <a:defRPr sz="1800" kern="1200">
          <a:solidFill>
            <a:schemeClr val="tx1"/>
          </a:solidFill>
          <a:latin typeface="+mn-lt"/>
          <a:ea typeface="+mn-ea"/>
          <a:cs typeface="+mn-cs"/>
        </a:defRPr>
      </a:lvl1pPr>
      <a:lvl2pPr marL="457200" algn="l" defTabSz="457200" rtl="0" eaLnBrk="1" latinLnBrk="0" hangingPunct="1">
        <a:defRPr sz="1800" kern="1200">
          <a:solidFill>
            <a:schemeClr val="tx1"/>
          </a:solidFill>
          <a:latin typeface="+mn-lt"/>
          <a:ea typeface="+mn-ea"/>
          <a:cs typeface="+mn-cs"/>
        </a:defRPr>
      </a:lvl2pPr>
      <a:lvl3pPr marL="914400" algn="l" defTabSz="457200" rtl="0" eaLnBrk="1" latinLnBrk="0" hangingPunct="1">
        <a:defRPr sz="1800" kern="1200">
          <a:solidFill>
            <a:schemeClr val="tx1"/>
          </a:solidFill>
          <a:latin typeface="+mn-lt"/>
          <a:ea typeface="+mn-ea"/>
          <a:cs typeface="+mn-cs"/>
        </a:defRPr>
      </a:lvl3pPr>
      <a:lvl4pPr marL="1371600" algn="l" defTabSz="457200" rtl="0" eaLnBrk="1" latinLnBrk="0" hangingPunct="1">
        <a:defRPr sz="1800" kern="1200">
          <a:solidFill>
            <a:schemeClr val="tx1"/>
          </a:solidFill>
          <a:latin typeface="+mn-lt"/>
          <a:ea typeface="+mn-ea"/>
          <a:cs typeface="+mn-cs"/>
        </a:defRPr>
      </a:lvl4pPr>
      <a:lvl5pPr marL="1828800" algn="l" defTabSz="457200" rtl="0" eaLnBrk="1" latinLnBrk="0" hangingPunct="1">
        <a:defRPr sz="1800" kern="1200">
          <a:solidFill>
            <a:schemeClr val="tx1"/>
          </a:solidFill>
          <a:latin typeface="+mn-lt"/>
          <a:ea typeface="+mn-ea"/>
          <a:cs typeface="+mn-cs"/>
        </a:defRPr>
      </a:lvl5pPr>
      <a:lvl6pPr marL="2286000" algn="l" defTabSz="457200" rtl="0" eaLnBrk="1" latinLnBrk="0" hangingPunct="1">
        <a:defRPr sz="1800" kern="1200">
          <a:solidFill>
            <a:schemeClr val="tx1"/>
          </a:solidFill>
          <a:latin typeface="+mn-lt"/>
          <a:ea typeface="+mn-ea"/>
          <a:cs typeface="+mn-cs"/>
        </a:defRPr>
      </a:lvl6pPr>
      <a:lvl7pPr marL="2743200" algn="l" defTabSz="457200" rtl="0" eaLnBrk="1" latinLnBrk="0" hangingPunct="1">
        <a:defRPr sz="1800" kern="1200">
          <a:solidFill>
            <a:schemeClr val="tx1"/>
          </a:solidFill>
          <a:latin typeface="+mn-lt"/>
          <a:ea typeface="+mn-ea"/>
          <a:cs typeface="+mn-cs"/>
        </a:defRPr>
      </a:lvl7pPr>
      <a:lvl8pPr marL="3200400" algn="l" defTabSz="457200" rtl="0" eaLnBrk="1" latinLnBrk="0" hangingPunct="1">
        <a:defRPr sz="1800" kern="1200">
          <a:solidFill>
            <a:schemeClr val="tx1"/>
          </a:solidFill>
          <a:latin typeface="+mn-lt"/>
          <a:ea typeface="+mn-ea"/>
          <a:cs typeface="+mn-cs"/>
        </a:defRPr>
      </a:lvl8pPr>
      <a:lvl9pPr marL="3657600" algn="l" defTabSz="457200" rtl="0" eaLnBrk="1" latinLnBrk="0" hangingPunct="1">
        <a:defRPr sz="1800" kern="1200">
          <a:solidFill>
            <a:schemeClr val="tx1"/>
          </a:solidFill>
          <a:latin typeface="+mn-lt"/>
          <a:ea typeface="+mn-ea"/>
          <a:cs typeface="+mn-cs"/>
        </a:defRPr>
      </a:lvl9pPr>
    </p:otherStyle>
  </p:txStyles>
</p:sldMaster>
</file>

<file path=ppt/slides/_rels/slide1.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1.png"/><Relationship Id="rId3" Type="http://schemas.openxmlformats.org/officeDocument/2006/relationships/notesSlide" Target="../notesSlides/notesSlide1.xml"/></Relationships>
</file>

<file path=ppt/slides/_rels/slide2.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2.xml"/></Relationships>
</file>

<file path=ppt/slides/_rels/slide3.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3.xml"/></Relationships>
</file>

<file path=ppt/slides/_rels/slide4.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4.xml"/></Relationships>
</file>

<file path=ppt/slides/_rels/slide5.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5.xml"/></Relationships>
</file>

<file path=ppt/slides/_rels/slide6.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6.xml"/></Relationships>
</file>

<file path=ppt/slides/_rels/slide7.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7.xml"/></Relationships>
</file>

<file path=ppt/slides/slide1.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0A0F1D"/>
          </a:solidFill>
          <a:ln>
            <a:solidFill>
              <a:srgbClr val="0A0F1D"/>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pic>
        <p:nvPicPr>
          <p:cNvPr id="3" name="Picture 2" descr="logo-mark.png"/>
          <p:cNvPicPr>
            <a:picLocks noChangeAspect="1"/>
          </p:cNvPicPr>
          <p:nvPr/>
        </p:nvPicPr>
        <p:blipFill>
          <a:blip r:embed="rId2"/>
          <a:stretch>
            <a:fillRect/>
          </a:stretch>
        </p:blipFill>
        <p:spPr>
          <a:xfrm>
            <a:off x="1097280" y="1371600"/>
            <a:ext cx="1645920" cy="1857820"/>
          </a:xfrm>
          <a:prstGeom prst="rect">
            <a:avLst/>
          </a:prstGeom>
        </p:spPr>
      </p:pic>
      <p:sp>
        <p:nvSpPr>
          <p:cNvPr id="4" name="Rounded Rectangle 3"/>
          <p:cNvSpPr/>
          <p:nvPr/>
        </p:nvSpPr>
        <p:spPr>
          <a:xfrm>
            <a:off x="3017520" y="1417320"/>
            <a:ext cx="3840480" cy="384048"/>
          </a:xfrm>
          <a:prstGeom prst="roundRect">
            <a:avLst/>
          </a:prstGeom>
          <a:solidFill>
            <a:srgbClr val="102037"/>
          </a:solidFill>
          <a:ln>
            <a:solidFill>
              <a:srgbClr val="06B6D4"/>
            </a:solidFill>
          </a:ln>
        </p:spPr>
        <p:style>
          <a:lnRef idx="1">
            <a:schemeClr val="accent1"/>
          </a:lnRef>
          <a:fillRef idx="3">
            <a:schemeClr val="accent1"/>
          </a:fillRef>
          <a:effectRef idx="2">
            <a:schemeClr val="accent1"/>
          </a:effectRef>
          <a:fontRef idx="minor">
            <a:schemeClr val="lt1"/>
          </a:fontRef>
        </p:style>
        <p:txBody>
          <a:bodyPr rtlCol="0" anchor="ctr"/>
          <a:lstStyle/>
          <a:p>
            <a:pPr algn="ctr">
              <a:defRPr sz="1100" b="1">
                <a:solidFill>
                  <a:srgbClr val="06B6D4"/>
                </a:solidFill>
              </a:defRPr>
            </a:pPr>
            <a:r>
              <a:t>COLOSSEUM CRYPTO WORLD'S FAIR 2026</a:t>
            </a:r>
          </a:p>
        </p:txBody>
      </p:sp>
      <p:sp>
        <p:nvSpPr>
          <p:cNvPr id="5" name="TextBox 4"/>
          <p:cNvSpPr txBox="1"/>
          <p:nvPr/>
        </p:nvSpPr>
        <p:spPr>
          <a:xfrm>
            <a:off x="2926080" y="1874519"/>
            <a:ext cx="8229600" cy="1097280"/>
          </a:xfrm>
          <a:prstGeom prst="rect">
            <a:avLst/>
          </a:prstGeom>
          <a:noFill/>
        </p:spPr>
        <p:txBody>
          <a:bodyPr wrap="none">
            <a:spAutoFit/>
          </a:bodyPr>
          <a:lstStyle/>
          <a:p>
            <a:pPr>
              <a:defRPr sz="5600" b="1">
                <a:solidFill>
                  <a:srgbClr val="FFFFFF"/>
                </a:solidFill>
              </a:defRPr>
            </a:pPr>
            <a:r>
              <a:t>BidTrace</a:t>
            </a:r>
          </a:p>
        </p:txBody>
      </p:sp>
      <p:sp>
        <p:nvSpPr>
          <p:cNvPr id="6" name="TextBox 5"/>
          <p:cNvSpPr txBox="1"/>
          <p:nvPr/>
        </p:nvSpPr>
        <p:spPr>
          <a:xfrm>
            <a:off x="1097280" y="3154680"/>
            <a:ext cx="10058400" cy="1188720"/>
          </a:xfrm>
          <a:prstGeom prst="rect">
            <a:avLst/>
          </a:prstGeom>
          <a:noFill/>
        </p:spPr>
        <p:txBody>
          <a:bodyPr wrap="square">
            <a:spAutoFit/>
          </a:bodyPr>
          <a:lstStyle/>
          <a:p>
            <a:pPr>
              <a:defRPr sz="3200" b="1">
                <a:solidFill>
                  <a:srgbClr val="06B6D4"/>
                </a:solidFill>
              </a:defRPr>
            </a:pPr>
            <a:r>
              <a:t>Tamper-Proof Sealed Bidding for Public Contracts on Solana</a:t>
            </a:r>
          </a:p>
        </p:txBody>
      </p:sp>
      <p:sp>
        <p:nvSpPr>
          <p:cNvPr id="7" name="Rounded Rectangle 6"/>
          <p:cNvSpPr/>
          <p:nvPr/>
        </p:nvSpPr>
        <p:spPr>
          <a:xfrm>
            <a:off x="1097280" y="4754880"/>
            <a:ext cx="3200400" cy="1371600"/>
          </a:xfrm>
          <a:prstGeom prst="roundRect">
            <a:avLst/>
          </a:prstGeom>
          <a:solidFill>
            <a:srgbClr val="12192D"/>
          </a:solidFill>
          <a:ln w="19050">
            <a:solidFill>
              <a:srgbClr val="1E2946"/>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 name="TextBox 7"/>
          <p:cNvSpPr txBox="1"/>
          <p:nvPr/>
        </p:nvSpPr>
        <p:spPr>
          <a:xfrm>
            <a:off x="1280160" y="4892040"/>
            <a:ext cx="2834640" cy="1097280"/>
          </a:xfrm>
          <a:prstGeom prst="rect">
            <a:avLst/>
          </a:prstGeom>
          <a:noFill/>
        </p:spPr>
        <p:txBody>
          <a:bodyPr wrap="none">
            <a:spAutoFit/>
          </a:bodyPr>
          <a:lstStyle/>
          <a:p>
            <a:pPr>
              <a:defRPr sz="2600" b="1">
                <a:solidFill>
                  <a:srgbClr val="06B6D4"/>
                </a:solidFill>
              </a:defRPr>
            </a:pPr>
            <a:r>
              <a:t>$13.0 Trillion</a:t>
            </a:r>
          </a:p>
          <a:p>
            <a:pPr>
              <a:defRPr sz="1300">
                <a:solidFill>
                  <a:srgbClr val="94A3B8"/>
                </a:solidFill>
              </a:defRPr>
            </a:pPr>
            <a:r>
              <a:t>Annual Sovereign Spend</a:t>
            </a:r>
          </a:p>
        </p:txBody>
      </p:sp>
      <p:sp>
        <p:nvSpPr>
          <p:cNvPr id="9" name="Rounded Rectangle 8"/>
          <p:cNvSpPr/>
          <p:nvPr/>
        </p:nvSpPr>
        <p:spPr>
          <a:xfrm>
            <a:off x="4526280" y="4754880"/>
            <a:ext cx="3200400" cy="1371600"/>
          </a:xfrm>
          <a:prstGeom prst="roundRect">
            <a:avLst/>
          </a:prstGeom>
          <a:solidFill>
            <a:srgbClr val="12192D"/>
          </a:solidFill>
          <a:ln w="19050">
            <a:solidFill>
              <a:srgbClr val="1E2946"/>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TextBox 9"/>
          <p:cNvSpPr txBox="1"/>
          <p:nvPr/>
        </p:nvSpPr>
        <p:spPr>
          <a:xfrm>
            <a:off x="4709160" y="4892040"/>
            <a:ext cx="2834640" cy="1097280"/>
          </a:xfrm>
          <a:prstGeom prst="rect">
            <a:avLst/>
          </a:prstGeom>
          <a:noFill/>
        </p:spPr>
        <p:txBody>
          <a:bodyPr wrap="none">
            <a:spAutoFit/>
          </a:bodyPr>
          <a:lstStyle/>
          <a:p>
            <a:pPr>
              <a:defRPr sz="2600" b="1">
                <a:solidFill>
                  <a:srgbClr val="A855F7"/>
                </a:solidFill>
              </a:defRPr>
            </a:pPr>
            <a:r>
              <a:t>400ms Clock</a:t>
            </a:r>
          </a:p>
          <a:p>
            <a:pPr>
              <a:defRPr sz="1300">
                <a:solidFill>
                  <a:srgbClr val="94A3B8"/>
                </a:solidFill>
              </a:defRPr>
            </a:pPr>
            <a:r>
              <a:t>Proof of History Precision</a:t>
            </a:r>
          </a:p>
        </p:txBody>
      </p:sp>
      <p:sp>
        <p:nvSpPr>
          <p:cNvPr id="11" name="Rounded Rectangle 10"/>
          <p:cNvSpPr/>
          <p:nvPr/>
        </p:nvSpPr>
        <p:spPr>
          <a:xfrm>
            <a:off x="7955279" y="4754880"/>
            <a:ext cx="3200400" cy="1371600"/>
          </a:xfrm>
          <a:prstGeom prst="roundRect">
            <a:avLst/>
          </a:prstGeom>
          <a:solidFill>
            <a:srgbClr val="12192D"/>
          </a:solidFill>
          <a:ln w="19050">
            <a:solidFill>
              <a:srgbClr val="1E2946"/>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2" name="TextBox 11"/>
          <p:cNvSpPr txBox="1"/>
          <p:nvPr/>
        </p:nvSpPr>
        <p:spPr>
          <a:xfrm>
            <a:off x="8138159" y="4892040"/>
            <a:ext cx="2834640" cy="1097280"/>
          </a:xfrm>
          <a:prstGeom prst="rect">
            <a:avLst/>
          </a:prstGeom>
          <a:noFill/>
        </p:spPr>
        <p:txBody>
          <a:bodyPr wrap="none">
            <a:spAutoFit/>
          </a:bodyPr>
          <a:lstStyle/>
          <a:p>
            <a:pPr>
              <a:defRPr sz="2600" b="1">
                <a:solidFill>
                  <a:srgbClr val="10B981"/>
                </a:solidFill>
              </a:defRPr>
            </a:pPr>
            <a:r>
              <a:t>Zero Crypto Gas</a:t>
            </a:r>
          </a:p>
          <a:p>
            <a:pPr>
              <a:defRPr sz="1300">
                <a:solidFill>
                  <a:srgbClr val="94A3B8"/>
                </a:solidFill>
              </a:defRPr>
            </a:pPr>
            <a:r>
              <a:t>Enterprise Relayer Sponsored</a:t>
            </a:r>
          </a:p>
        </p:txBody>
      </p:sp>
    </p:spTree>
  </p:cSld>
  <p:clrMapOvr>
    <a:masterClrMapping/>
  </p:clrMapOvr>
</p:sld>
</file>

<file path=ppt/slides/slide2.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0A0F1D"/>
          </a:solidFill>
          <a:ln>
            <a:solidFill>
              <a:srgbClr val="0A0F1D"/>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914400" y="548640"/>
            <a:ext cx="10332720" cy="1005840"/>
          </a:xfrm>
          <a:prstGeom prst="rect">
            <a:avLst/>
          </a:prstGeom>
          <a:noFill/>
        </p:spPr>
        <p:txBody>
          <a:bodyPr wrap="none">
            <a:spAutoFit/>
          </a:bodyPr>
          <a:lstStyle/>
          <a:p>
            <a:pPr>
              <a:defRPr sz="1300" b="1">
                <a:solidFill>
                  <a:srgbClr val="F43F5E"/>
                </a:solidFill>
              </a:defRPr>
            </a:pPr>
            <a:r>
              <a:t>THE $13 TRILLION CRITICAL FLAW</a:t>
            </a:r>
          </a:p>
          <a:p>
            <a:pPr>
              <a:defRPr sz="3400" b="1">
                <a:solidFill>
                  <a:srgbClr val="FFFFFF"/>
                </a:solidFill>
              </a:defRPr>
            </a:pPr>
            <a:r>
              <a:t>The Post-Deadline Insider Tampering Window</a:t>
            </a:r>
          </a:p>
        </p:txBody>
      </p:sp>
      <p:sp>
        <p:nvSpPr>
          <p:cNvPr id="4" name="Rounded Rectangle 3"/>
          <p:cNvSpPr/>
          <p:nvPr/>
        </p:nvSpPr>
        <p:spPr>
          <a:xfrm>
            <a:off x="914400" y="1737360"/>
            <a:ext cx="4937760" cy="4389120"/>
          </a:xfrm>
          <a:prstGeom prst="roundRect">
            <a:avLst/>
          </a:prstGeom>
          <a:solidFill>
            <a:srgbClr val="12192D"/>
          </a:solidFill>
          <a:ln w="19050">
            <a:solidFill>
              <a:srgbClr val="501423"/>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TextBox 4"/>
          <p:cNvSpPr txBox="1"/>
          <p:nvPr/>
        </p:nvSpPr>
        <p:spPr>
          <a:xfrm>
            <a:off x="1188720" y="2011680"/>
            <a:ext cx="4389120" cy="3840480"/>
          </a:xfrm>
          <a:prstGeom prst="rect">
            <a:avLst/>
          </a:prstGeom>
          <a:noFill/>
        </p:spPr>
        <p:txBody>
          <a:bodyPr wrap="square">
            <a:spAutoFit/>
          </a:bodyPr>
          <a:lstStyle/>
          <a:p>
            <a:pPr>
              <a:defRPr sz="3600" b="1">
                <a:solidFill>
                  <a:srgbClr val="F43F5E"/>
                </a:solidFill>
              </a:defRPr>
            </a:pPr>
            <a:r>
              <a:t>$13 Trillion / Year</a:t>
            </a:r>
          </a:p>
          <a:p>
            <a:pPr>
              <a:defRPr sz="1600" b="1">
                <a:solidFill>
                  <a:srgbClr val="FFFFFF"/>
                </a:solidFill>
              </a:defRPr>
            </a:pPr>
            <a:r>
              <a:t>15% of Global GDP Vulnerable to Insider DBA Access</a:t>
            </a:r>
          </a:p>
          <a:p>
            <a:br/>
            <a:pPr>
              <a:defRPr sz="1400">
                <a:solidFill>
                  <a:srgbClr val="94A3B8"/>
                </a:solidFill>
              </a:defRPr>
            </a:pPr>
            <a:r>
              <a:t>• Database admins hold MySQL root keys.</a:t>
            </a:r>
            <a:br/>
            <a:r>
              <a:t>• Late bids quietly backdated before opening.</a:t>
            </a:r>
            <a:br/>
            <a:r>
              <a:t>• Unencrypted prices leaked to favored bidders.</a:t>
            </a:r>
          </a:p>
        </p:txBody>
      </p:sp>
      <p:sp>
        <p:nvSpPr>
          <p:cNvPr id="6" name="Rounded Rectangle 5"/>
          <p:cNvSpPr/>
          <p:nvPr/>
        </p:nvSpPr>
        <p:spPr>
          <a:xfrm>
            <a:off x="6217920" y="1737360"/>
            <a:ext cx="5029200" cy="4389120"/>
          </a:xfrm>
          <a:prstGeom prst="roundRect">
            <a:avLst/>
          </a:prstGeom>
          <a:solidFill>
            <a:srgbClr val="0C1C30"/>
          </a:solidFill>
          <a:ln w="19050">
            <a:solidFill>
              <a:srgbClr val="06B6D4"/>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TextBox 6"/>
          <p:cNvSpPr txBox="1"/>
          <p:nvPr/>
        </p:nvSpPr>
        <p:spPr>
          <a:xfrm>
            <a:off x="6492240" y="2011680"/>
            <a:ext cx="4480560" cy="3840480"/>
          </a:xfrm>
          <a:prstGeom prst="rect">
            <a:avLst/>
          </a:prstGeom>
          <a:noFill/>
        </p:spPr>
        <p:txBody>
          <a:bodyPr wrap="square">
            <a:spAutoFit/>
          </a:bodyPr>
          <a:lstStyle/>
          <a:p>
            <a:pPr>
              <a:defRPr sz="3600" b="1">
                <a:solidFill>
                  <a:srgbClr val="06B6D4"/>
                </a:solidFill>
              </a:defRPr>
            </a:pPr>
            <a:r>
              <a:t>Zero Math Proof</a:t>
            </a:r>
          </a:p>
          <a:p>
            <a:pPr>
              <a:defRPr sz="1600" b="1">
                <a:solidFill>
                  <a:srgbClr val="FFFFFF"/>
                </a:solidFill>
              </a:defRPr>
            </a:pPr>
            <a:r>
              <a:t>Centralized Trust Fails Daily in E-Procurement</a:t>
            </a:r>
          </a:p>
          <a:p>
            <a:br/>
            <a:pPr>
              <a:defRPr sz="1400">
                <a:solidFill>
                  <a:srgbClr val="94A3B8"/>
                </a:solidFill>
              </a:defRPr>
            </a:pPr>
            <a:r>
              <a:t>• Server timestamps rewritten in seconds.</a:t>
            </a:r>
            <a:br/>
            <a:r>
              <a:t>• Rogue evaluator scores inflated behind closed doors.</a:t>
            </a:r>
            <a:br/>
            <a:r>
              <a:t>• Admins claim: 'That is what our database recorded.'</a:t>
            </a:r>
          </a:p>
        </p:txBody>
      </p:sp>
    </p:spTree>
  </p:cSld>
  <p:clrMapOvr>
    <a:masterClrMapping/>
  </p:clrMapOvr>
</p:sld>
</file>

<file path=ppt/slides/slide3.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0A0F1D"/>
          </a:solidFill>
          <a:ln>
            <a:solidFill>
              <a:srgbClr val="0A0F1D"/>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914400" y="548640"/>
            <a:ext cx="10332720" cy="1005840"/>
          </a:xfrm>
          <a:prstGeom prst="rect">
            <a:avLst/>
          </a:prstGeom>
          <a:noFill/>
        </p:spPr>
        <p:txBody>
          <a:bodyPr wrap="none">
            <a:spAutoFit/>
          </a:bodyPr>
          <a:lstStyle/>
          <a:p>
            <a:pPr>
              <a:defRPr sz="1300" b="1">
                <a:solidFill>
                  <a:srgbClr val="06B6D4"/>
                </a:solidFill>
              </a:defRPr>
            </a:pPr>
            <a:r>
              <a:t>THE HERO MECHANISM</a:t>
            </a:r>
          </a:p>
          <a:p>
            <a:pPr>
              <a:defRPr sz="3200" b="1">
                <a:solidFill>
                  <a:srgbClr val="FFFFFF"/>
                </a:solidFill>
              </a:defRPr>
            </a:pPr>
            <a:r>
              <a:t>“Chainlink + Sealed Envelopes for Sovereign Capital”</a:t>
            </a:r>
          </a:p>
        </p:txBody>
      </p:sp>
      <p:sp>
        <p:nvSpPr>
          <p:cNvPr id="4" name="Rounded Rectangle 3"/>
          <p:cNvSpPr/>
          <p:nvPr/>
        </p:nvSpPr>
        <p:spPr>
          <a:xfrm>
            <a:off x="914400" y="1737360"/>
            <a:ext cx="3291840" cy="4389120"/>
          </a:xfrm>
          <a:prstGeom prst="roundRect">
            <a:avLst/>
          </a:prstGeom>
          <a:solidFill>
            <a:srgbClr val="12192D"/>
          </a:solidFill>
          <a:ln w="19050">
            <a:solidFill>
              <a:srgbClr val="1E2946"/>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TextBox 4"/>
          <p:cNvSpPr txBox="1"/>
          <p:nvPr/>
        </p:nvSpPr>
        <p:spPr>
          <a:xfrm>
            <a:off x="1097280" y="2011680"/>
            <a:ext cx="2926080" cy="3840480"/>
          </a:xfrm>
          <a:prstGeom prst="rect">
            <a:avLst/>
          </a:prstGeom>
          <a:noFill/>
        </p:spPr>
        <p:txBody>
          <a:bodyPr wrap="square">
            <a:spAutoFit/>
          </a:bodyPr>
          <a:lstStyle/>
          <a:p>
            <a:pPr>
              <a:defRPr sz="1800" b="1">
                <a:solidFill>
                  <a:srgbClr val="06B6D4"/>
                </a:solidFill>
              </a:defRPr>
            </a:pPr>
            <a:r>
              <a:t>Dual-Envelope Sealing</a:t>
            </a:r>
          </a:p>
          <a:p>
            <a:pPr>
              <a:defRPr sz="1200" b="1">
                <a:solidFill>
                  <a:srgbClr val="94A3B8"/>
                </a:solidFill>
              </a:defRPr>
            </a:pPr>
            <a:r>
              <a:t>OCDS 1.1 Cryptographic Hash</a:t>
            </a:r>
          </a:p>
          <a:p>
            <a:br/>
            <a:pPr>
              <a:defRPr sz="1400">
                <a:solidFill>
                  <a:srgbClr val="FFFFFF"/>
                </a:solidFill>
              </a:defRPr>
            </a:pPr>
            <a:r>
              <a:t>Blinded technical &amp; financial commitments via RFC 8785 standard. Zero pre-deadline leakage.</a:t>
            </a:r>
          </a:p>
        </p:txBody>
      </p:sp>
      <p:sp>
        <p:nvSpPr>
          <p:cNvPr id="6" name="Rounded Rectangle 5"/>
          <p:cNvSpPr/>
          <p:nvPr/>
        </p:nvSpPr>
        <p:spPr>
          <a:xfrm>
            <a:off x="4434840" y="1737360"/>
            <a:ext cx="3291840" cy="4389120"/>
          </a:xfrm>
          <a:prstGeom prst="roundRect">
            <a:avLst/>
          </a:prstGeom>
          <a:solidFill>
            <a:srgbClr val="12192D"/>
          </a:solidFill>
          <a:ln w="19050">
            <a:solidFill>
              <a:srgbClr val="1E2946"/>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TextBox 6"/>
          <p:cNvSpPr txBox="1"/>
          <p:nvPr/>
        </p:nvSpPr>
        <p:spPr>
          <a:xfrm>
            <a:off x="4617720" y="2011680"/>
            <a:ext cx="2926080" cy="3840480"/>
          </a:xfrm>
          <a:prstGeom prst="rect">
            <a:avLst/>
          </a:prstGeom>
          <a:noFill/>
        </p:spPr>
        <p:txBody>
          <a:bodyPr wrap="square">
            <a:spAutoFit/>
          </a:bodyPr>
          <a:lstStyle/>
          <a:p>
            <a:pPr>
              <a:defRPr sz="1800" b="1">
                <a:solidFill>
                  <a:srgbClr val="A855F7"/>
                </a:solidFill>
              </a:defRPr>
            </a:pPr>
            <a:r>
              <a:t>Proof of History Clock</a:t>
            </a:r>
          </a:p>
          <a:p>
            <a:pPr>
              <a:defRPr sz="1200" b="1">
                <a:solidFill>
                  <a:srgbClr val="94A3B8"/>
                </a:solidFill>
              </a:defRPr>
            </a:pPr>
            <a:r>
              <a:t>Physical Consensus Boundary</a:t>
            </a:r>
          </a:p>
          <a:p>
            <a:br/>
            <a:pPr>
              <a:defRPr sz="1400">
                <a:solidFill>
                  <a:srgbClr val="FFFFFF"/>
                </a:solidFill>
              </a:defRPr>
            </a:pPr>
            <a:r>
              <a:t>Solana 400ms clock makes post-deadline tampering physically impossible. Expired slots rejected.</a:t>
            </a:r>
          </a:p>
        </p:txBody>
      </p:sp>
      <p:sp>
        <p:nvSpPr>
          <p:cNvPr id="8" name="Rounded Rectangle 7"/>
          <p:cNvSpPr/>
          <p:nvPr/>
        </p:nvSpPr>
        <p:spPr>
          <a:xfrm>
            <a:off x="7955279" y="1737360"/>
            <a:ext cx="3291840" cy="4389120"/>
          </a:xfrm>
          <a:prstGeom prst="roundRect">
            <a:avLst/>
          </a:prstGeom>
          <a:solidFill>
            <a:srgbClr val="12192D"/>
          </a:solidFill>
          <a:ln w="19050">
            <a:solidFill>
              <a:srgbClr val="1E2946"/>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9" name="TextBox 8"/>
          <p:cNvSpPr txBox="1"/>
          <p:nvPr/>
        </p:nvSpPr>
        <p:spPr>
          <a:xfrm>
            <a:off x="8138159" y="2011680"/>
            <a:ext cx="2926080" cy="3840480"/>
          </a:xfrm>
          <a:prstGeom prst="rect">
            <a:avLst/>
          </a:prstGeom>
          <a:noFill/>
        </p:spPr>
        <p:txBody>
          <a:bodyPr wrap="square">
            <a:spAutoFit/>
          </a:bodyPr>
          <a:lstStyle/>
          <a:p>
            <a:pPr>
              <a:defRPr sz="1800" b="1">
                <a:solidFill>
                  <a:srgbClr val="10B981"/>
                </a:solidFill>
              </a:defRPr>
            </a:pPr>
            <a:r>
              <a:t>Blinded Outlier Pruning</a:t>
            </a:r>
          </a:p>
          <a:p>
            <a:pPr>
              <a:defRPr sz="1200" b="1">
                <a:solidFill>
                  <a:srgbClr val="94A3B8"/>
                </a:solidFill>
              </a:defRPr>
            </a:pPr>
            <a:r>
              <a:t>Olympic Trimmed Mean</a:t>
            </a:r>
          </a:p>
          <a:p>
            <a:br/>
            <a:pPr>
              <a:defRPr sz="1400">
                <a:solidFill>
                  <a:srgbClr val="FFFFFF"/>
                </a:solidFill>
              </a:defRPr>
            </a:pPr>
            <a:r>
              <a:t>On-chain algorithm auto-prunes collusive evaluator scores before financial unsealing.</a:t>
            </a:r>
          </a:p>
        </p:txBody>
      </p:sp>
    </p:spTree>
  </p:cSld>
  <p:clrMapOvr>
    <a:masterClrMapping/>
  </p:clrMapOvr>
</p:sld>
</file>

<file path=ppt/slides/slide4.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0A0F1D"/>
          </a:solidFill>
          <a:ln>
            <a:solidFill>
              <a:srgbClr val="0A0F1D"/>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914400" y="548640"/>
            <a:ext cx="10332720" cy="1005840"/>
          </a:xfrm>
          <a:prstGeom prst="rect">
            <a:avLst/>
          </a:prstGeom>
          <a:noFill/>
        </p:spPr>
        <p:txBody>
          <a:bodyPr wrap="none">
            <a:spAutoFit/>
          </a:bodyPr>
          <a:lstStyle/>
          <a:p>
            <a:pPr>
              <a:defRPr sz="1300" b="1">
                <a:solidFill>
                  <a:srgbClr val="A855F7"/>
                </a:solidFill>
              </a:defRPr>
            </a:pPr>
            <a:r>
              <a:t>MACRO SHIFT &amp; BOTTOMS-UP BEACHHEAD</a:t>
            </a:r>
          </a:p>
          <a:p>
            <a:pPr>
              <a:defRPr sz="3400" b="1">
                <a:solidFill>
                  <a:srgbClr val="FFFFFF"/>
                </a:solidFill>
              </a:defRPr>
            </a:pPr>
            <a:r>
              <a:t>From Administrative Paper to Incorruptible Rails</a:t>
            </a:r>
          </a:p>
        </p:txBody>
      </p:sp>
      <p:sp>
        <p:nvSpPr>
          <p:cNvPr id="4" name="Rounded Rectangle 3"/>
          <p:cNvSpPr/>
          <p:nvPr/>
        </p:nvSpPr>
        <p:spPr>
          <a:xfrm>
            <a:off x="914400" y="1737360"/>
            <a:ext cx="5120640" cy="4389120"/>
          </a:xfrm>
          <a:prstGeom prst="roundRect">
            <a:avLst/>
          </a:prstGeom>
          <a:solidFill>
            <a:srgbClr val="12192D"/>
          </a:solidFill>
          <a:ln w="19050">
            <a:solidFill>
              <a:srgbClr val="1E2946"/>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TextBox 4"/>
          <p:cNvSpPr txBox="1"/>
          <p:nvPr/>
        </p:nvSpPr>
        <p:spPr>
          <a:xfrm>
            <a:off x="1188720" y="2011680"/>
            <a:ext cx="4572000" cy="3840480"/>
          </a:xfrm>
          <a:prstGeom prst="rect">
            <a:avLst/>
          </a:prstGeom>
          <a:noFill/>
        </p:spPr>
        <p:txBody>
          <a:bodyPr wrap="square">
            <a:spAutoFit/>
          </a:bodyPr>
          <a:lstStyle/>
          <a:p>
            <a:pPr>
              <a:defRPr sz="1800" b="1">
                <a:solidFill>
                  <a:srgbClr val="06B6D4"/>
                </a:solidFill>
              </a:defRPr>
            </a:pPr>
            <a:r>
              <a:t>Macro Tailwinds &amp; Dream State</a:t>
            </a:r>
          </a:p>
          <a:p>
            <a:br/>
            <a:pPr>
              <a:defRPr sz="1400">
                <a:solidFill>
                  <a:srgbClr val="FFFFFF"/>
                </a:solidFill>
              </a:defRPr>
            </a:pPr>
            <a:r>
              <a:t>• World Bank Mandate: Enforces OCDS 1.1 anti-corruption standard across all projects.</a:t>
            </a:r>
            <a:br/>
            <a:r>
              <a:t>• TradFi Shift: $500B in multilateral tenders migrating on-chain.</a:t>
            </a:r>
            <a:br/>
            <a:r>
              <a:t>• Dream State: Incorruptible sovereign infrastructure with zero kickback windows.</a:t>
            </a:r>
          </a:p>
        </p:txBody>
      </p:sp>
      <p:sp>
        <p:nvSpPr>
          <p:cNvPr id="6" name="Rounded Rectangle 5"/>
          <p:cNvSpPr/>
          <p:nvPr/>
        </p:nvSpPr>
        <p:spPr>
          <a:xfrm>
            <a:off x="6400800" y="1737360"/>
            <a:ext cx="4846320" cy="2057400"/>
          </a:xfrm>
          <a:prstGeom prst="roundRect">
            <a:avLst/>
          </a:prstGeom>
          <a:solidFill>
            <a:srgbClr val="0C1C30"/>
          </a:solidFill>
          <a:ln w="19050">
            <a:solidFill>
              <a:srgbClr val="06B6D4"/>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TextBox 6"/>
          <p:cNvSpPr txBox="1"/>
          <p:nvPr/>
        </p:nvSpPr>
        <p:spPr>
          <a:xfrm>
            <a:off x="6675120" y="1920240"/>
            <a:ext cx="4297680" cy="1737360"/>
          </a:xfrm>
          <a:prstGeom prst="rect">
            <a:avLst/>
          </a:prstGeom>
          <a:noFill/>
        </p:spPr>
        <p:txBody>
          <a:bodyPr wrap="square">
            <a:spAutoFit/>
          </a:bodyPr>
          <a:lstStyle/>
          <a:p>
            <a:pPr>
              <a:defRPr sz="3000" b="1">
                <a:solidFill>
                  <a:srgbClr val="06B6D4"/>
                </a:solidFill>
              </a:defRPr>
            </a:pPr>
            <a:r>
              <a:t>$500 Billion SAM</a:t>
            </a:r>
          </a:p>
          <a:p>
            <a:pPr>
              <a:defRPr sz="1300">
                <a:solidFill>
                  <a:srgbClr val="94A3B8"/>
                </a:solidFill>
              </a:defRPr>
            </a:pPr>
            <a:r>
              <a:t>Multilateral Development Bank Tenders (Immediate Beachhead)</a:t>
            </a:r>
          </a:p>
        </p:txBody>
      </p:sp>
      <p:sp>
        <p:nvSpPr>
          <p:cNvPr id="8" name="Rounded Rectangle 7"/>
          <p:cNvSpPr/>
          <p:nvPr/>
        </p:nvSpPr>
        <p:spPr>
          <a:xfrm>
            <a:off x="6400800" y="4069080"/>
            <a:ext cx="4846320" cy="2057400"/>
          </a:xfrm>
          <a:prstGeom prst="roundRect">
            <a:avLst/>
          </a:prstGeom>
          <a:solidFill>
            <a:srgbClr val="12192D"/>
          </a:solidFill>
          <a:ln w="19050">
            <a:solidFill>
              <a:srgbClr val="A855F7"/>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9" name="TextBox 8"/>
          <p:cNvSpPr txBox="1"/>
          <p:nvPr/>
        </p:nvSpPr>
        <p:spPr>
          <a:xfrm>
            <a:off x="6675120" y="4251960"/>
            <a:ext cx="4297680" cy="1737360"/>
          </a:xfrm>
          <a:prstGeom prst="rect">
            <a:avLst/>
          </a:prstGeom>
          <a:noFill/>
        </p:spPr>
        <p:txBody>
          <a:bodyPr wrap="square">
            <a:spAutoFit/>
          </a:bodyPr>
          <a:lstStyle/>
          <a:p>
            <a:pPr>
              <a:defRPr sz="3000" b="1">
                <a:solidFill>
                  <a:srgbClr val="A855F7"/>
                </a:solidFill>
              </a:defRPr>
            </a:pPr>
            <a:r>
              <a:t>$13.0 Trillion TAM</a:t>
            </a:r>
          </a:p>
          <a:p>
            <a:pPr>
              <a:defRPr sz="1300">
                <a:solidFill>
                  <a:srgbClr val="94A3B8"/>
                </a:solidFill>
              </a:defRPr>
            </a:pPr>
            <a:r>
              <a:t>Total Annual Global Public Infrastructure Procurement</a:t>
            </a:r>
          </a:p>
        </p:txBody>
      </p:sp>
    </p:spTree>
  </p:cSld>
  <p:clrMapOvr>
    <a:masterClrMapping/>
  </p:clrMapOvr>
</p:sld>
</file>

<file path=ppt/slides/slide5.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0A0F1D"/>
          </a:solidFill>
          <a:ln>
            <a:solidFill>
              <a:srgbClr val="0A0F1D"/>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914400" y="548640"/>
            <a:ext cx="10332720" cy="1005840"/>
          </a:xfrm>
          <a:prstGeom prst="rect">
            <a:avLst/>
          </a:prstGeom>
          <a:noFill/>
        </p:spPr>
        <p:txBody>
          <a:bodyPr wrap="none">
            <a:spAutoFit/>
          </a:bodyPr>
          <a:lstStyle/>
          <a:p>
            <a:pPr>
              <a:defRPr sz="1300" b="1">
                <a:solidFill>
                  <a:srgbClr val="10B981"/>
                </a:solidFill>
              </a:defRPr>
            </a:pPr>
            <a:r>
              <a:t>TRACTION &amp; VERIFIED EXECUTION</a:t>
            </a:r>
          </a:p>
          <a:p>
            <a:pPr>
              <a:defRPr sz="3400" b="1">
                <a:solidFill>
                  <a:srgbClr val="FFFFFF"/>
                </a:solidFill>
              </a:defRPr>
            </a:pPr>
            <a:r>
              <a:t>“This Is Already Working Live on Solana”</a:t>
            </a:r>
          </a:p>
        </p:txBody>
      </p:sp>
      <p:sp>
        <p:nvSpPr>
          <p:cNvPr id="4" name="Rounded Rectangle 3"/>
          <p:cNvSpPr/>
          <p:nvPr/>
        </p:nvSpPr>
        <p:spPr>
          <a:xfrm>
            <a:off x="914400" y="1737360"/>
            <a:ext cx="2468880" cy="4389120"/>
          </a:xfrm>
          <a:prstGeom prst="roundRect">
            <a:avLst/>
          </a:prstGeom>
          <a:solidFill>
            <a:srgbClr val="12192D"/>
          </a:solidFill>
          <a:ln w="19050">
            <a:solidFill>
              <a:srgbClr val="1E2946"/>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TextBox 4"/>
          <p:cNvSpPr txBox="1"/>
          <p:nvPr/>
        </p:nvSpPr>
        <p:spPr>
          <a:xfrm>
            <a:off x="1051560" y="2011680"/>
            <a:ext cx="2194560" cy="3840480"/>
          </a:xfrm>
          <a:prstGeom prst="rect">
            <a:avLst/>
          </a:prstGeom>
          <a:noFill/>
        </p:spPr>
        <p:txBody>
          <a:bodyPr wrap="square">
            <a:spAutoFit/>
          </a:bodyPr>
          <a:lstStyle/>
          <a:p>
            <a:pPr>
              <a:defRPr sz="3600" b="1">
                <a:solidFill>
                  <a:srgbClr val="06B6D4"/>
                </a:solidFill>
              </a:defRPr>
            </a:pPr>
            <a:r>
              <a:t>10</a:t>
            </a:r>
          </a:p>
          <a:p>
            <a:pPr>
              <a:defRPr sz="1600" b="1">
                <a:solidFill>
                  <a:srgbClr val="FFFFFF"/>
                </a:solidFill>
              </a:defRPr>
            </a:pPr>
            <a:r>
              <a:t>Anchor Instructions</a:t>
            </a:r>
          </a:p>
          <a:p>
            <a:br/>
            <a:pPr>
              <a:defRPr sz="1300">
                <a:solidFill>
                  <a:srgbClr val="94A3B8"/>
                </a:solidFill>
              </a:defRPr>
            </a:pPr>
            <a:r>
              <a:t>Deployed on Solana Devnet (x3iSm5BC...ESjZ)</a:t>
            </a:r>
          </a:p>
        </p:txBody>
      </p:sp>
      <p:sp>
        <p:nvSpPr>
          <p:cNvPr id="6" name="Rounded Rectangle 5"/>
          <p:cNvSpPr/>
          <p:nvPr/>
        </p:nvSpPr>
        <p:spPr>
          <a:xfrm>
            <a:off x="3547872" y="1737360"/>
            <a:ext cx="2468880" cy="4389120"/>
          </a:xfrm>
          <a:prstGeom prst="roundRect">
            <a:avLst/>
          </a:prstGeom>
          <a:solidFill>
            <a:srgbClr val="12192D"/>
          </a:solidFill>
          <a:ln w="19050">
            <a:solidFill>
              <a:srgbClr val="1E2946"/>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TextBox 6"/>
          <p:cNvSpPr txBox="1"/>
          <p:nvPr/>
        </p:nvSpPr>
        <p:spPr>
          <a:xfrm>
            <a:off x="3685032" y="2011680"/>
            <a:ext cx="2194560" cy="3840480"/>
          </a:xfrm>
          <a:prstGeom prst="rect">
            <a:avLst/>
          </a:prstGeom>
          <a:noFill/>
        </p:spPr>
        <p:txBody>
          <a:bodyPr wrap="square">
            <a:spAutoFit/>
          </a:bodyPr>
          <a:lstStyle/>
          <a:p>
            <a:pPr>
              <a:defRPr sz="3600" b="1">
                <a:solidFill>
                  <a:srgbClr val="10B981"/>
                </a:solidFill>
              </a:defRPr>
            </a:pPr>
            <a:r>
              <a:t>78 / 78</a:t>
            </a:r>
          </a:p>
          <a:p>
            <a:pPr>
              <a:defRPr sz="1600" b="1">
                <a:solidFill>
                  <a:srgbClr val="FFFFFF"/>
                </a:solidFill>
              </a:defRPr>
            </a:pPr>
            <a:r>
              <a:t>Passing Unit Tests</a:t>
            </a:r>
          </a:p>
          <a:p>
            <a:br/>
            <a:pPr>
              <a:defRPr sz="1300">
                <a:solidFill>
                  <a:srgbClr val="94A3B8"/>
                </a:solidFill>
              </a:defRPr>
            </a:pPr>
            <a:r>
              <a:t>100% Cross-Language RFC 8785 Parity</a:t>
            </a:r>
          </a:p>
        </p:txBody>
      </p:sp>
      <p:sp>
        <p:nvSpPr>
          <p:cNvPr id="8" name="Rounded Rectangle 7"/>
          <p:cNvSpPr/>
          <p:nvPr/>
        </p:nvSpPr>
        <p:spPr>
          <a:xfrm>
            <a:off x="6181344" y="1737360"/>
            <a:ext cx="2468880" cy="4389120"/>
          </a:xfrm>
          <a:prstGeom prst="roundRect">
            <a:avLst/>
          </a:prstGeom>
          <a:solidFill>
            <a:srgbClr val="12192D"/>
          </a:solidFill>
          <a:ln w="19050">
            <a:solidFill>
              <a:srgbClr val="1E2946"/>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9" name="TextBox 8"/>
          <p:cNvSpPr txBox="1"/>
          <p:nvPr/>
        </p:nvSpPr>
        <p:spPr>
          <a:xfrm>
            <a:off x="6318504" y="2011680"/>
            <a:ext cx="2194560" cy="3840480"/>
          </a:xfrm>
          <a:prstGeom prst="rect">
            <a:avLst/>
          </a:prstGeom>
          <a:noFill/>
        </p:spPr>
        <p:txBody>
          <a:bodyPr wrap="square">
            <a:spAutoFit/>
          </a:bodyPr>
          <a:lstStyle/>
          <a:p>
            <a:pPr>
              <a:defRPr sz="3600" b="1">
                <a:solidFill>
                  <a:srgbClr val="F43F5E"/>
                </a:solidFill>
              </a:defRPr>
            </a:pPr>
            <a:r>
              <a:t>1-Click</a:t>
            </a:r>
          </a:p>
          <a:p>
            <a:pPr>
              <a:defRPr sz="1600" b="1">
                <a:solidFill>
                  <a:srgbClr val="FFFFFF"/>
                </a:solidFill>
              </a:defRPr>
            </a:pPr>
            <a:r>
              <a:t>Attack Simulator</a:t>
            </a:r>
          </a:p>
          <a:p>
            <a:br/>
            <a:pPr>
              <a:defRPr sz="1300">
                <a:solidFill>
                  <a:srgbClr val="94A3B8"/>
                </a:solidFill>
              </a:defRPr>
            </a:pPr>
            <a:r>
              <a:t>Live On-Chain Exploits Blocked in Real-Time</a:t>
            </a:r>
          </a:p>
        </p:txBody>
      </p:sp>
      <p:sp>
        <p:nvSpPr>
          <p:cNvPr id="10" name="Rounded Rectangle 9"/>
          <p:cNvSpPr/>
          <p:nvPr/>
        </p:nvSpPr>
        <p:spPr>
          <a:xfrm>
            <a:off x="8814816" y="1737360"/>
            <a:ext cx="2468880" cy="4389120"/>
          </a:xfrm>
          <a:prstGeom prst="roundRect">
            <a:avLst/>
          </a:prstGeom>
          <a:solidFill>
            <a:srgbClr val="12192D"/>
          </a:solidFill>
          <a:ln w="19050">
            <a:solidFill>
              <a:srgbClr val="1E2946"/>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1" name="TextBox 10"/>
          <p:cNvSpPr txBox="1"/>
          <p:nvPr/>
        </p:nvSpPr>
        <p:spPr>
          <a:xfrm>
            <a:off x="8951976" y="2011680"/>
            <a:ext cx="2194560" cy="3840480"/>
          </a:xfrm>
          <a:prstGeom prst="rect">
            <a:avLst/>
          </a:prstGeom>
          <a:noFill/>
        </p:spPr>
        <p:txBody>
          <a:bodyPr wrap="square">
            <a:spAutoFit/>
          </a:bodyPr>
          <a:lstStyle/>
          <a:p>
            <a:pPr>
              <a:defRPr sz="3600" b="1">
                <a:solidFill>
                  <a:srgbClr val="A855F7"/>
                </a:solidFill>
              </a:defRPr>
            </a:pPr>
            <a:r>
              <a:t>0 Deadlock</a:t>
            </a:r>
          </a:p>
          <a:p>
            <a:pPr>
              <a:defRPr sz="1600" b="1">
                <a:solidFill>
                  <a:srgbClr val="FFFFFF"/>
                </a:solidFill>
              </a:defRPr>
            </a:pPr>
            <a:r>
              <a:t>Leaf State Machine</a:t>
            </a:r>
          </a:p>
          <a:p>
            <a:br/>
            <a:pPr>
              <a:defRPr sz="1300">
                <a:solidFill>
                  <a:srgbClr val="94A3B8"/>
                </a:solidFill>
              </a:defRPr>
            </a:pPr>
            <a:r>
              <a:t>Rogue bidder default cannot freeze compliant tenders.</a:t>
            </a:r>
          </a:p>
        </p:txBody>
      </p:sp>
    </p:spTree>
  </p:cSld>
  <p:clrMapOvr>
    <a:masterClrMapping/>
  </p:clrMapOvr>
</p:sld>
</file>

<file path=ppt/slides/slide6.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0A0F1D"/>
          </a:solidFill>
          <a:ln>
            <a:solidFill>
              <a:srgbClr val="0A0F1D"/>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914400" y="548640"/>
            <a:ext cx="10332720" cy="1005840"/>
          </a:xfrm>
          <a:prstGeom prst="rect">
            <a:avLst/>
          </a:prstGeom>
          <a:noFill/>
        </p:spPr>
        <p:txBody>
          <a:bodyPr wrap="none">
            <a:spAutoFit/>
          </a:bodyPr>
          <a:lstStyle/>
          <a:p>
            <a:pPr>
              <a:defRPr sz="1300" b="1">
                <a:solidFill>
                  <a:srgbClr val="06B6D4"/>
                </a:solidFill>
              </a:defRPr>
            </a:pPr>
            <a:r>
              <a:t>NETWORK EFFECTS &amp; SUSTAINABLE REVENUE</a:t>
            </a:r>
          </a:p>
          <a:p>
            <a:pPr>
              <a:defRPr sz="3400" b="1">
                <a:solidFill>
                  <a:srgbClr val="FFFFFF"/>
                </a:solidFill>
              </a:defRPr>
            </a:pPr>
            <a:r>
              <a:t>“Why This Keeps Growing: The Relayer Moat”</a:t>
            </a:r>
          </a:p>
        </p:txBody>
      </p:sp>
      <p:sp>
        <p:nvSpPr>
          <p:cNvPr id="4" name="Rounded Rectangle 3"/>
          <p:cNvSpPr/>
          <p:nvPr/>
        </p:nvSpPr>
        <p:spPr>
          <a:xfrm>
            <a:off x="914400" y="1737360"/>
            <a:ext cx="4937760" cy="4389120"/>
          </a:xfrm>
          <a:prstGeom prst="roundRect">
            <a:avLst/>
          </a:prstGeom>
          <a:solidFill>
            <a:srgbClr val="12192D"/>
          </a:solidFill>
          <a:ln w="19050">
            <a:solidFill>
              <a:srgbClr val="06B6D4"/>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TextBox 4"/>
          <p:cNvSpPr txBox="1"/>
          <p:nvPr/>
        </p:nvSpPr>
        <p:spPr>
          <a:xfrm>
            <a:off x="1188720" y="2011680"/>
            <a:ext cx="4389120" cy="3840480"/>
          </a:xfrm>
          <a:prstGeom prst="rect">
            <a:avLst/>
          </a:prstGeom>
          <a:noFill/>
        </p:spPr>
        <p:txBody>
          <a:bodyPr wrap="square">
            <a:spAutoFit/>
          </a:bodyPr>
          <a:lstStyle/>
          <a:p>
            <a:pPr>
              <a:defRPr sz="2000" b="1">
                <a:solidFill>
                  <a:srgbClr val="06B6D4"/>
                </a:solidFill>
              </a:defRPr>
            </a:pPr>
            <a:r>
              <a:t>Monetization Streams</a:t>
            </a:r>
          </a:p>
          <a:p>
            <a:br/>
            <a:pPr>
              <a:defRPr sz="1400">
                <a:solidFill>
                  <a:srgbClr val="FFFFFF"/>
                </a:solidFill>
              </a:defRPr>
            </a:pPr>
            <a:r>
              <a:t>• 0.05% Protocol Take-Rate: Settled contract volume ($250M ARR at 1% market penetration).</a:t>
            </a:r>
            <a:br/>
            <a:r>
              <a:t>• Surety Underwriting API: Verification fees paid by commercial surety bond providers.</a:t>
            </a:r>
            <a:br/>
            <a:r>
              <a:t>• Zero Crypto Gas: Relayer eliminates balance friction for enterprise bidders.</a:t>
            </a:r>
          </a:p>
        </p:txBody>
      </p:sp>
      <p:sp>
        <p:nvSpPr>
          <p:cNvPr id="6" name="Rounded Rectangle 5"/>
          <p:cNvSpPr/>
          <p:nvPr/>
        </p:nvSpPr>
        <p:spPr>
          <a:xfrm>
            <a:off x="6217920" y="1737360"/>
            <a:ext cx="5029200" cy="4389120"/>
          </a:xfrm>
          <a:prstGeom prst="roundRect">
            <a:avLst/>
          </a:prstGeom>
          <a:solidFill>
            <a:srgbClr val="0C1C30"/>
          </a:solidFill>
          <a:ln w="19050">
            <a:solidFill>
              <a:srgbClr val="A855F7"/>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TextBox 6"/>
          <p:cNvSpPr txBox="1"/>
          <p:nvPr/>
        </p:nvSpPr>
        <p:spPr>
          <a:xfrm>
            <a:off x="6492240" y="2011680"/>
            <a:ext cx="4480560" cy="3840480"/>
          </a:xfrm>
          <a:prstGeom prst="rect">
            <a:avLst/>
          </a:prstGeom>
          <a:noFill/>
        </p:spPr>
        <p:txBody>
          <a:bodyPr wrap="square">
            <a:spAutoFit/>
          </a:bodyPr>
          <a:lstStyle/>
          <a:p>
            <a:pPr>
              <a:defRPr sz="2000" b="1">
                <a:solidFill>
                  <a:srgbClr val="A855F7"/>
                </a:solidFill>
              </a:defRPr>
            </a:pPr>
            <a:r>
              <a:t>Network Effects &amp; Moat</a:t>
            </a:r>
          </a:p>
          <a:p>
            <a:br/>
            <a:pPr>
              <a:defRPr sz="1400">
                <a:solidFill>
                  <a:srgbClr val="FFFFFF"/>
                </a:solidFill>
              </a:defRPr>
            </a:pPr>
            <a:r>
              <a:t>• Municipal Flywheel: Each city onboarded locks regional contractors into the BidTrace relayer.</a:t>
            </a:r>
            <a:br/>
            <a:r>
              <a:t>• Relayer Sticky Moat: Enterprise API contracts ensure sustainable long-term cash flow.</a:t>
            </a:r>
            <a:br/>
            <a:r>
              <a:t>• Standards Lock-In: Becomes the mandatory OCDS 1.1 compliance referee.</a:t>
            </a:r>
          </a:p>
        </p:txBody>
      </p:sp>
    </p:spTree>
  </p:cSld>
  <p:clrMapOvr>
    <a:masterClrMapping/>
  </p:clrMapOvr>
</p:sld>
</file>

<file path=ppt/slides/slide7.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0A0F1D"/>
          </a:solidFill>
          <a:ln>
            <a:solidFill>
              <a:srgbClr val="0A0F1D"/>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914400" y="548640"/>
            <a:ext cx="10332720" cy="1005840"/>
          </a:xfrm>
          <a:prstGeom prst="rect">
            <a:avLst/>
          </a:prstGeom>
          <a:noFill/>
        </p:spPr>
        <p:txBody>
          <a:bodyPr wrap="none">
            <a:spAutoFit/>
          </a:bodyPr>
          <a:lstStyle/>
          <a:p>
            <a:pPr>
              <a:defRPr sz="1300" b="1">
                <a:solidFill>
                  <a:srgbClr val="F59E0B"/>
                </a:solidFill>
              </a:defRPr>
            </a:pPr>
            <a:r>
              <a:t>FOUNDER-PROBLEM FIT</a:t>
            </a:r>
          </a:p>
          <a:p>
            <a:pPr>
              <a:defRPr sz="3400" b="1">
                <a:solidFill>
                  <a:srgbClr val="FFFFFF"/>
                </a:solidFill>
              </a:defRPr>
            </a:pPr>
            <a:r>
              <a:t>Built for Sovereign Cryptographic Settlement</a:t>
            </a:r>
          </a:p>
        </p:txBody>
      </p:sp>
      <p:sp>
        <p:nvSpPr>
          <p:cNvPr id="4" name="Rounded Rectangle 3"/>
          <p:cNvSpPr/>
          <p:nvPr/>
        </p:nvSpPr>
        <p:spPr>
          <a:xfrm>
            <a:off x="914400" y="1737360"/>
            <a:ext cx="3291840" cy="3474720"/>
          </a:xfrm>
          <a:prstGeom prst="roundRect">
            <a:avLst/>
          </a:prstGeom>
          <a:solidFill>
            <a:srgbClr val="12192D"/>
          </a:solidFill>
          <a:ln w="19050">
            <a:solidFill>
              <a:srgbClr val="1E2946"/>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TextBox 4"/>
          <p:cNvSpPr txBox="1"/>
          <p:nvPr/>
        </p:nvSpPr>
        <p:spPr>
          <a:xfrm>
            <a:off x="1097280" y="1920240"/>
            <a:ext cx="2926080" cy="3108960"/>
          </a:xfrm>
          <a:prstGeom prst="rect">
            <a:avLst/>
          </a:prstGeom>
          <a:noFill/>
        </p:spPr>
        <p:txBody>
          <a:bodyPr wrap="square">
            <a:spAutoFit/>
          </a:bodyPr>
          <a:lstStyle/>
          <a:p>
            <a:pPr>
              <a:defRPr sz="1700" b="1">
                <a:solidFill>
                  <a:srgbClr val="06B6D4"/>
                </a:solidFill>
              </a:defRPr>
            </a:pPr>
            <a:r>
              <a:t>Solana Anchor Systems</a:t>
            </a:r>
          </a:p>
          <a:p>
            <a:pPr>
              <a:defRPr sz="1200" b="1">
                <a:solidFill>
                  <a:srgbClr val="94A3B8"/>
                </a:solidFill>
              </a:defRPr>
            </a:pPr>
            <a:r>
              <a:t>High-Throughput State Machines</a:t>
            </a:r>
          </a:p>
          <a:p>
            <a:br/>
            <a:pPr>
              <a:defRPr sz="1300">
                <a:solidFill>
                  <a:srgbClr val="FFFFFF"/>
                </a:solidFill>
              </a:defRPr>
            </a:pPr>
            <a:r>
              <a:t>Temporal slot phase locks, blinded commitments, and on-chain Olympic scoring algorithms.</a:t>
            </a:r>
          </a:p>
        </p:txBody>
      </p:sp>
      <p:sp>
        <p:nvSpPr>
          <p:cNvPr id="6" name="Rounded Rectangle 5"/>
          <p:cNvSpPr/>
          <p:nvPr/>
        </p:nvSpPr>
        <p:spPr>
          <a:xfrm>
            <a:off x="4434840" y="1737360"/>
            <a:ext cx="3291840" cy="3474720"/>
          </a:xfrm>
          <a:prstGeom prst="roundRect">
            <a:avLst/>
          </a:prstGeom>
          <a:solidFill>
            <a:srgbClr val="12192D"/>
          </a:solidFill>
          <a:ln w="19050">
            <a:solidFill>
              <a:srgbClr val="1E2946"/>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TextBox 6"/>
          <p:cNvSpPr txBox="1"/>
          <p:nvPr/>
        </p:nvSpPr>
        <p:spPr>
          <a:xfrm>
            <a:off x="4617720" y="1920240"/>
            <a:ext cx="2926080" cy="3108960"/>
          </a:xfrm>
          <a:prstGeom prst="rect">
            <a:avLst/>
          </a:prstGeom>
          <a:noFill/>
        </p:spPr>
        <p:txBody>
          <a:bodyPr wrap="square">
            <a:spAutoFit/>
          </a:bodyPr>
          <a:lstStyle/>
          <a:p>
            <a:pPr>
              <a:defRPr sz="1700" b="1">
                <a:solidFill>
                  <a:srgbClr val="A855F7"/>
                </a:solidFill>
              </a:defRPr>
            </a:pPr>
            <a:r>
              <a:t>OCDS 1.1 Cryptography</a:t>
            </a:r>
          </a:p>
          <a:p>
            <a:pPr>
              <a:defRPr sz="1200" b="1">
                <a:solidFill>
                  <a:srgbClr val="94A3B8"/>
                </a:solidFill>
              </a:defRPr>
            </a:pPr>
            <a:r>
              <a:t>World Bank Data Standard</a:t>
            </a:r>
          </a:p>
          <a:p>
            <a:br/>
            <a:pPr>
              <a:defRPr sz="1300">
                <a:solidFill>
                  <a:srgbClr val="FFFFFF"/>
                </a:solidFill>
              </a:defRPr>
            </a:pPr>
            <a:r>
              <a:t>Deterministic RFC 8785 canonical hashing and open-contracting data schemas.</a:t>
            </a:r>
          </a:p>
        </p:txBody>
      </p:sp>
      <p:sp>
        <p:nvSpPr>
          <p:cNvPr id="8" name="Rounded Rectangle 7"/>
          <p:cNvSpPr/>
          <p:nvPr/>
        </p:nvSpPr>
        <p:spPr>
          <a:xfrm>
            <a:off x="7955279" y="1737360"/>
            <a:ext cx="3291840" cy="3474720"/>
          </a:xfrm>
          <a:prstGeom prst="roundRect">
            <a:avLst/>
          </a:prstGeom>
          <a:solidFill>
            <a:srgbClr val="12192D"/>
          </a:solidFill>
          <a:ln w="19050">
            <a:solidFill>
              <a:srgbClr val="1E2946"/>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9" name="TextBox 8"/>
          <p:cNvSpPr txBox="1"/>
          <p:nvPr/>
        </p:nvSpPr>
        <p:spPr>
          <a:xfrm>
            <a:off x="8138159" y="1920240"/>
            <a:ext cx="2926080" cy="3108960"/>
          </a:xfrm>
          <a:prstGeom prst="rect">
            <a:avLst/>
          </a:prstGeom>
          <a:noFill/>
        </p:spPr>
        <p:txBody>
          <a:bodyPr wrap="square">
            <a:spAutoFit/>
          </a:bodyPr>
          <a:lstStyle/>
          <a:p>
            <a:pPr>
              <a:defRPr sz="1700" b="1">
                <a:solidFill>
                  <a:srgbClr val="10B981"/>
                </a:solidFill>
              </a:defRPr>
            </a:pPr>
            <a:r>
              <a:t>B2G &amp; TradFi Relayers</a:t>
            </a:r>
          </a:p>
          <a:p>
            <a:pPr>
              <a:defRPr sz="1200" b="1">
                <a:solidFill>
                  <a:srgbClr val="94A3B8"/>
                </a:solidFill>
              </a:defRPr>
            </a:pPr>
            <a:r>
              <a:t>Zero-Friction Enterprise</a:t>
            </a:r>
          </a:p>
          <a:p>
            <a:br/>
            <a:pPr>
              <a:defRPr sz="1300">
                <a:solidFill>
                  <a:srgbClr val="FFFFFF"/>
                </a:solidFill>
              </a:defRPr>
            </a:pPr>
            <a:r>
              <a:t>Zero-gas relayer and air-gapped cryptographic bidder receipts giving contractors legal standing.</a:t>
            </a:r>
          </a:p>
        </p:txBody>
      </p:sp>
      <p:sp>
        <p:nvSpPr>
          <p:cNvPr id="10" name="Rounded Rectangle 9"/>
          <p:cNvSpPr/>
          <p:nvPr/>
        </p:nvSpPr>
        <p:spPr>
          <a:xfrm>
            <a:off x="914400" y="5440680"/>
            <a:ext cx="10360152" cy="1051560"/>
          </a:xfrm>
          <a:prstGeom prst="roundRect">
            <a:avLst/>
          </a:prstGeom>
          <a:solidFill>
            <a:srgbClr val="0C1C30"/>
          </a:solidFill>
          <a:ln w="19050">
            <a:solidFill>
              <a:srgbClr val="06B6D4"/>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1" name="TextBox 10"/>
          <p:cNvSpPr txBox="1"/>
          <p:nvPr/>
        </p:nvSpPr>
        <p:spPr>
          <a:xfrm>
            <a:off x="1097280" y="5532120"/>
            <a:ext cx="9966960" cy="868680"/>
          </a:xfrm>
          <a:prstGeom prst="rect">
            <a:avLst/>
          </a:prstGeom>
          <a:noFill/>
        </p:spPr>
        <p:txBody>
          <a:bodyPr wrap="square">
            <a:spAutoFit/>
          </a:bodyPr>
          <a:lstStyle/>
          <a:p>
            <a:pPr>
              <a:defRPr sz="1300" b="1">
                <a:solidFill>
                  <a:srgbClr val="06B6D4"/>
                </a:solidFill>
              </a:defRPr>
            </a:pPr>
            <a:r>
              <a:t>COLOSSEUM CRYPTO WORLD'S FAIR 2026 SUBMISSION</a:t>
            </a:r>
          </a:p>
          <a:p>
            <a:pPr>
              <a:defRPr sz="1200">
                <a:solidFill>
                  <a:srgbClr val="FFFFFF"/>
                </a:solidFill>
              </a:defRPr>
            </a:pPr>
            <a:r>
              <a:t>Live Protocol: bidtrace.net  |  Program ID: x3iSm5BCoXvEfNwT6m6Vs7ApBJtKjvuTm7qKBJtESjZ  |  GitHub: Ujjwal1396/BidTrace</a:t>
            </a:r>
          </a:p>
        </p:txBody>
      </p:sp>
    </p:spTree>
  </p:cSld>
  <p:clrMapOvr>
    <a:masterClrMapping/>
  </p:clrMapOvr>
</p:sld>
</file>

<file path=ppt/theme/theme1.xml><?xml version="1.0" encoding="utf-8"?>
<a:theme xmlns:a="http://schemas.openxmlformats.org/drawingml/2006/main" name="Office Theme">
  <a:themeElements>
    <a:clrScheme name="Office">
      <a:dk1>
        <a:sysClr val="windowText" lastClr="000000"/>
      </a:dk1>
      <a:lt1>
        <a:sysClr val="window" lastClr="FFFFFF"/>
      </a:lt1>
      <a:dk2>
        <a:srgbClr val="1F497D"/>
      </a:dk2>
      <a:lt2>
        <a:srgbClr val="EEECE1"/>
      </a:lt2>
      <a:accent1>
        <a:srgbClr val="4F81BD"/>
      </a:accent1>
      <a:accent2>
        <a:srgbClr val="C0504D"/>
      </a:accent2>
      <a:accent3>
        <a:srgbClr val="9BBB59"/>
      </a:accent3>
      <a:accent4>
        <a:srgbClr val="8064A2"/>
      </a:accent4>
      <a:accent5>
        <a:srgbClr val="4BACC6"/>
      </a:accent5>
      <a:accent6>
        <a:srgbClr val="F79646"/>
      </a:accent6>
      <a:hlink>
        <a:srgbClr val="0000FF"/>
      </a:hlink>
      <a:folHlink>
        <a:srgbClr val="800080"/>
      </a:folHlink>
    </a:clrScheme>
    <a:fontScheme name="Office">
      <a:majorFont>
        <a:latin typeface="Calibri"/>
        <a:ea typeface=""/>
        <a:cs typeface=""/>
        <a:font script="Jpan" typeface="ＭＳ Ｐゴシック"/>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Calibri"/>
        <a:ea typeface=""/>
        <a:cs typeface=""/>
        <a:font script="Jpan" typeface="ＭＳ Ｐゴシック"/>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Office">
      <a:fillStyleLst>
        <a:solidFill>
          <a:schemeClr val="phClr"/>
        </a:solidFill>
        <a:gradFill rotWithShape="1">
          <a:gsLst>
            <a:gs pos="0">
              <a:schemeClr val="phClr">
                <a:tint val="50000"/>
                <a:satMod val="300000"/>
              </a:schemeClr>
            </a:gs>
            <a:gs pos="35000">
              <a:schemeClr val="phClr">
                <a:tint val="37000"/>
                <a:satMod val="300000"/>
              </a:schemeClr>
            </a:gs>
            <a:gs pos="100000">
              <a:schemeClr val="phClr">
                <a:tint val="15000"/>
                <a:satMod val="350000"/>
              </a:schemeClr>
            </a:gs>
          </a:gsLst>
          <a:lin ang="16200000" scaled="1"/>
        </a:gradFill>
        <a:gradFill rotWithShape="1">
          <a:gsLst>
            <a:gs pos="0">
              <a:schemeClr val="phClr">
                <a:tint val="100000"/>
                <a:shade val="100000"/>
                <a:satMod val="130000"/>
              </a:schemeClr>
            </a:gs>
            <a:gs pos="100000">
              <a:schemeClr val="phClr">
                <a:tint val="50000"/>
                <a:shade val="100000"/>
                <a:satMod val="350000"/>
              </a:schemeClr>
            </a:gs>
          </a:gsLst>
          <a:lin ang="16200000" scaled="0"/>
        </a:gradFill>
      </a:fillStyleLst>
      <a:lnStyleLst>
        <a:ln w="9525" cap="flat" cmpd="sng" algn="ctr">
          <a:solidFill>
            <a:schemeClr val="phClr">
              <a:shade val="95000"/>
              <a:satMod val="105000"/>
            </a:schemeClr>
          </a:solidFill>
          <a:prstDash val="solid"/>
        </a:ln>
        <a:ln w="25400" cap="flat" cmpd="sng" algn="ctr">
          <a:solidFill>
            <a:schemeClr val="phClr"/>
          </a:solidFill>
          <a:prstDash val="solid"/>
        </a:ln>
        <a:ln w="38100" cap="flat" cmpd="sng" algn="ctr">
          <a:solidFill>
            <a:schemeClr val="phClr"/>
          </a:solidFill>
          <a:prstDash val="solid"/>
        </a:ln>
      </a:lnStyleLst>
      <a:effectStyleLst>
        <a:effectStyle>
          <a:effectLst>
            <a:outerShdw blurRad="40000" dist="20000" dir="5400000" rotWithShape="0">
              <a:srgbClr val="000000">
                <a:alpha val="38000"/>
              </a:srgbClr>
            </a:outerShdw>
          </a:effectLst>
        </a:effectStyle>
        <a:effectStyle>
          <a:effectLst>
            <a:outerShdw blurRad="40000" dist="23000" dir="5400000" rotWithShape="0">
              <a:srgbClr val="000000">
                <a:alpha val="35000"/>
              </a:srgbClr>
            </a:outerShdw>
          </a:effectLst>
        </a:effectStyle>
        <a:effectStyle>
          <a:effectLst>
            <a:outerShdw blurRad="40000" dist="23000" dir="5400000" rotWithShape="0">
              <a:srgbClr val="000000">
                <a:alpha val="35000"/>
              </a:srgbClr>
            </a:outerShdw>
          </a:effectLst>
          <a:scene3d>
            <a:camera prst="orthographicFront">
              <a:rot lat="0" lon="0" rev="0"/>
            </a:camera>
            <a:lightRig rig="threePt" dir="t">
              <a:rot lat="0" lon="0" rev="1200000"/>
            </a:lightRig>
          </a:scene3d>
          <a:sp3d>
            <a:bevelT w="63500" h="25400"/>
          </a:sp3d>
        </a:effectStyle>
      </a:effectStyleLst>
      <a:bgFillStyleLst>
        <a:solidFill>
          <a:schemeClr val="phClr"/>
        </a:solidFill>
        <a:gradFill rotWithShape="1">
          <a:gsLst>
            <a:gs pos="0">
              <a:schemeClr val="phClr">
                <a:tint val="40000"/>
                <a:satMod val="350000"/>
              </a:schemeClr>
            </a:gs>
            <a:gs pos="40000">
              <a:schemeClr val="phClr">
                <a:tint val="45000"/>
                <a:shade val="99000"/>
                <a:satMod val="350000"/>
              </a:schemeClr>
            </a:gs>
            <a:gs pos="100000">
              <a:schemeClr val="phClr">
                <a:shade val="20000"/>
                <a:satMod val="255000"/>
              </a:schemeClr>
            </a:gs>
          </a:gsLst>
          <a:path path="circle">
            <a:fillToRect l="50000" t="-80000" r="50000" b="180000"/>
          </a:path>
        </a:gradFill>
        <a:gradFill rotWithShape="1">
          <a:gsLst>
            <a:gs pos="0">
              <a:schemeClr val="phClr">
                <a:tint val="80000"/>
                <a:satMod val="300000"/>
              </a:schemeClr>
            </a:gs>
            <a:gs pos="100000">
              <a:schemeClr val="phClr">
                <a:shade val="30000"/>
                <a:satMod val="200000"/>
              </a:schemeClr>
            </a:gs>
          </a:gsLst>
          <a:path path="circle">
            <a:fillToRect l="50000" t="50000" r="50000" b="50000"/>
          </a:path>
        </a:gradFill>
      </a:bgFillStyleLst>
    </a:fmtScheme>
  </a:themeElements>
  <a:objectDefaults>
    <a:spDef>
      <a:spPr/>
      <a:bodyPr/>
      <a:lstStyle/>
      <a:style>
        <a:lnRef idx="1">
          <a:schemeClr val="accent1"/>
        </a:lnRef>
        <a:fillRef idx="3">
          <a:schemeClr val="accent1"/>
        </a:fillRef>
        <a:effectRef idx="2">
          <a:schemeClr val="accent1"/>
        </a:effectRef>
        <a:fontRef idx="minor">
          <a:schemeClr val="lt1"/>
        </a:fontRef>
      </a:style>
    </a:spDef>
    <a:lnDef>
      <a:spPr/>
      <a:bodyPr/>
      <a:lstStyle/>
      <a:style>
        <a:lnRef idx="2">
          <a:schemeClr val="accent1"/>
        </a:lnRef>
        <a:fillRef idx="0">
          <a:schemeClr val="accent1"/>
        </a:fillRef>
        <a:effectRef idx="1">
          <a:schemeClr val="accent1"/>
        </a:effectRef>
        <a:fontRef idx="minor">
          <a:schemeClr val="tx1"/>
        </a:fontRef>
      </a:style>
    </a:lnDef>
  </a:objectDefaults>
  <a:extraClrSchemeLst/>
</a:theme>
</file>

<file path=ppt/theme/theme2.xml><?xml version="1.0" encoding="utf-8"?>
<a:theme xmlns:a="http://schemas.openxmlformats.org/drawingml/2006/main" name="Office Theme">
  <a:themeElements>
    <a:clrScheme name="Office">
      <a:dk1>
        <a:sysClr val="windowText" lastClr="000000"/>
      </a:dk1>
      <a:lt1>
        <a:sysClr val="window" lastClr="FFFFFF"/>
      </a:lt1>
      <a:dk2>
        <a:srgbClr val="1F497D"/>
      </a:dk2>
      <a:lt2>
        <a:srgbClr val="EEECE1"/>
      </a:lt2>
      <a:accent1>
        <a:srgbClr val="4F81BD"/>
      </a:accent1>
      <a:accent2>
        <a:srgbClr val="C0504D"/>
      </a:accent2>
      <a:accent3>
        <a:srgbClr val="9BBB59"/>
      </a:accent3>
      <a:accent4>
        <a:srgbClr val="8064A2"/>
      </a:accent4>
      <a:accent5>
        <a:srgbClr val="4BACC6"/>
      </a:accent5>
      <a:accent6>
        <a:srgbClr val="F79646"/>
      </a:accent6>
      <a:hlink>
        <a:srgbClr val="0000FF"/>
      </a:hlink>
      <a:folHlink>
        <a:srgbClr val="800080"/>
      </a:folHlink>
    </a:clrScheme>
    <a:fontScheme name="Office">
      <a:majorFont>
        <a:latin typeface="Calibri"/>
        <a:ea typeface=""/>
        <a:cs typeface=""/>
        <a:font script="Jpan" typeface="ＭＳ Ｐゴシック"/>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Calibri"/>
        <a:ea typeface=""/>
        <a:cs typeface=""/>
        <a:font script="Jpan" typeface="ＭＳ Ｐゴシック"/>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Office">
      <a:fillStyleLst>
        <a:solidFill>
          <a:schemeClr val="phClr"/>
        </a:solidFill>
        <a:gradFill rotWithShape="1">
          <a:gsLst>
            <a:gs pos="0">
              <a:schemeClr val="phClr">
                <a:tint val="50000"/>
                <a:satMod val="300000"/>
              </a:schemeClr>
            </a:gs>
            <a:gs pos="35000">
              <a:schemeClr val="phClr">
                <a:tint val="37000"/>
                <a:satMod val="300000"/>
              </a:schemeClr>
            </a:gs>
            <a:gs pos="100000">
              <a:schemeClr val="phClr">
                <a:tint val="15000"/>
                <a:satMod val="350000"/>
              </a:schemeClr>
            </a:gs>
          </a:gsLst>
          <a:lin ang="16200000" scaled="1"/>
        </a:gradFill>
        <a:gradFill rotWithShape="1">
          <a:gsLst>
            <a:gs pos="0">
              <a:schemeClr val="phClr">
                <a:tint val="100000"/>
                <a:shade val="100000"/>
                <a:satMod val="130000"/>
              </a:schemeClr>
            </a:gs>
            <a:gs pos="100000">
              <a:schemeClr val="phClr">
                <a:tint val="50000"/>
                <a:shade val="100000"/>
                <a:satMod val="350000"/>
              </a:schemeClr>
            </a:gs>
          </a:gsLst>
          <a:lin ang="16200000" scaled="0"/>
        </a:gradFill>
      </a:fillStyleLst>
      <a:lnStyleLst>
        <a:ln w="9525" cap="flat" cmpd="sng" algn="ctr">
          <a:solidFill>
            <a:schemeClr val="phClr">
              <a:shade val="95000"/>
              <a:satMod val="105000"/>
            </a:schemeClr>
          </a:solidFill>
          <a:prstDash val="solid"/>
        </a:ln>
        <a:ln w="25400" cap="flat" cmpd="sng" algn="ctr">
          <a:solidFill>
            <a:schemeClr val="phClr"/>
          </a:solidFill>
          <a:prstDash val="solid"/>
        </a:ln>
        <a:ln w="38100" cap="flat" cmpd="sng" algn="ctr">
          <a:solidFill>
            <a:schemeClr val="phClr"/>
          </a:solidFill>
          <a:prstDash val="solid"/>
        </a:ln>
      </a:lnStyleLst>
      <a:effectStyleLst>
        <a:effectStyle>
          <a:effectLst>
            <a:outerShdw blurRad="40000" dist="20000" dir="5400000" rotWithShape="0">
              <a:srgbClr val="000000">
                <a:alpha val="38000"/>
              </a:srgbClr>
            </a:outerShdw>
          </a:effectLst>
        </a:effectStyle>
        <a:effectStyle>
          <a:effectLst>
            <a:outerShdw blurRad="40000" dist="23000" dir="5400000" rotWithShape="0">
              <a:srgbClr val="000000">
                <a:alpha val="35000"/>
              </a:srgbClr>
            </a:outerShdw>
          </a:effectLst>
        </a:effectStyle>
        <a:effectStyle>
          <a:effectLst>
            <a:outerShdw blurRad="40000" dist="23000" dir="5400000" rotWithShape="0">
              <a:srgbClr val="000000">
                <a:alpha val="35000"/>
              </a:srgbClr>
            </a:outerShdw>
          </a:effectLst>
          <a:scene3d>
            <a:camera prst="orthographicFront">
              <a:rot lat="0" lon="0" rev="0"/>
            </a:camera>
            <a:lightRig rig="threePt" dir="t">
              <a:rot lat="0" lon="0" rev="1200000"/>
            </a:lightRig>
          </a:scene3d>
          <a:sp3d>
            <a:bevelT w="63500" h="25400"/>
          </a:sp3d>
        </a:effectStyle>
      </a:effectStyleLst>
      <a:bgFillStyleLst>
        <a:solidFill>
          <a:schemeClr val="phClr"/>
        </a:solidFill>
        <a:gradFill rotWithShape="1">
          <a:gsLst>
            <a:gs pos="0">
              <a:schemeClr val="phClr">
                <a:tint val="40000"/>
                <a:satMod val="350000"/>
              </a:schemeClr>
            </a:gs>
            <a:gs pos="40000">
              <a:schemeClr val="phClr">
                <a:tint val="45000"/>
                <a:shade val="99000"/>
                <a:satMod val="350000"/>
              </a:schemeClr>
            </a:gs>
            <a:gs pos="100000">
              <a:schemeClr val="phClr">
                <a:shade val="20000"/>
                <a:satMod val="255000"/>
              </a:schemeClr>
            </a:gs>
          </a:gsLst>
          <a:path path="circle">
            <a:fillToRect l="50000" t="-80000" r="50000" b="180000"/>
          </a:path>
        </a:gradFill>
        <a:gradFill rotWithShape="1">
          <a:gsLst>
            <a:gs pos="0">
              <a:schemeClr val="phClr">
                <a:tint val="80000"/>
                <a:satMod val="300000"/>
              </a:schemeClr>
            </a:gs>
            <a:gs pos="100000">
              <a:schemeClr val="phClr">
                <a:shade val="30000"/>
                <a:satMod val="200000"/>
              </a:schemeClr>
            </a:gs>
          </a:gsLst>
          <a:path path="circle">
            <a:fillToRect l="50000" t="50000" r="50000" b="50000"/>
          </a:path>
        </a:gradFill>
      </a:bgFillStyleLst>
    </a:fmtScheme>
  </a:themeElements>
  <a:objectDefaults>
    <a:spDef>
      <a:spPr/>
      <a:bodyPr/>
      <a:lstStyle/>
      <a:style>
        <a:lnRef idx="1">
          <a:schemeClr val="accent1"/>
        </a:lnRef>
        <a:fillRef idx="3">
          <a:schemeClr val="accent1"/>
        </a:fillRef>
        <a:effectRef idx="2">
          <a:schemeClr val="accent1"/>
        </a:effectRef>
        <a:fontRef idx="minor">
          <a:schemeClr val="lt1"/>
        </a:fontRef>
      </a:style>
    </a:spDef>
    <a:lnDef>
      <a:spPr/>
      <a:bodyPr/>
      <a:lstStyle/>
      <a:style>
        <a:lnRef idx="2">
          <a:schemeClr val="accent1"/>
        </a:lnRef>
        <a:fillRef idx="0">
          <a:schemeClr val="accent1"/>
        </a:fillRef>
        <a:effectRef idx="1">
          <a:schemeClr val="accent1"/>
        </a:effectRef>
        <a:fontRef idx="minor">
          <a:schemeClr val="tx1"/>
        </a:fontRef>
      </a:style>
    </a:lnDef>
  </a:objectDefaults>
  <a:extraClrSchemeLst/>
</a:theme>
</file>

<file path=docProps/app.xml><?xml version="1.0" encoding="utf-8"?>
<Properties xmlns="http://schemas.openxmlformats.org/officeDocument/2006/extended-properties" xmlns:vt="http://schemas.openxmlformats.org/officeDocument/2006/docPropsVTypes">
  <TotalTime>1</TotalTime>
  <Words>0</Words>
  <Application>Microsoft Macintosh PowerPoint</Application>
  <PresentationFormat>On-screen Show (4:3)</PresentationFormat>
  <Paragraphs>0</Paragraphs>
  <Slides>0</Slides>
  <Notes>0</Notes>
  <HiddenSlides>0</HiddenSlides>
  <MMClips>0</MMClips>
  <ScaleCrop>false</ScaleCrop>
  <HeadingPairs>
    <vt:vector size="4" baseType="variant">
      <vt:variant>
        <vt:lpstr>Theme</vt:lpstr>
      </vt:variant>
      <vt:variant>
        <vt:i4>1</vt:i4>
      </vt:variant>
      <vt:variant>
        <vt:lpstr>Slide Titles</vt:lpstr>
      </vt:variant>
      <vt:variant>
        <vt:i4>0</vt:i4>
      </vt:variant>
    </vt:vector>
  </HeadingPairs>
  <TitlesOfParts>
    <vt:vector size="1" baseType="lpstr">
      <vt:lpstr>Office Theme</vt:lpstr>
    </vt:vector>
  </TitlesOfParts>
  <Manager/>
  <Company/>
  <LinksUpToDate>false</LinksUpToDate>
  <SharedDoc>false</SharedDoc>
  <HyperlinkBase/>
  <HyperlinksChanged>false</HyperlinksChanged>
  <AppVersion>14.0000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
  <dc:subject/>
  <dc:creator/>
  <cp:keywords/>
  <dc:description>generated using python-pptx</dc:description>
  <cp:lastModifiedBy>Steve Canny</cp:lastModifiedBy>
  <cp:revision>1</cp:revision>
  <dcterms:created xsi:type="dcterms:W3CDTF">2013-01-27T09:14:16Z</dcterms:created>
  <dcterms:modified xsi:type="dcterms:W3CDTF">2013-01-27T09:15:58Z</dcterms:modified>
  <cp:category/>
</cp:coreProperties>
</file>